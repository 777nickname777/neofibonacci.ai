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рассмотрим текущие боли команд, покажем результаты пилота и предложим план масштабирования.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Команды используют в среднем 4 разные системы. Это создает «острова» данных, где сложно увидеть полную картину.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42 минуты — это слишком долго для современных требований к доступности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Наше решение объединяет разрозненные источники данных в единую платформу, устраняя необходимость переключения между инструментами.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Реальные данные пилота показывают драматическое улучшение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показывает устойчивое снижение времени обнаружения: 42 минуты до пилота, 21 в первый месяц и 9 ко второму месяцу.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Платформа автоматически собирает данные, нормализует их и предоставляет инструменты для быстрого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Инженеры могут сосредоточиться на создании новых функций, а не на борьбе с инструментами мониторинга.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запустить пилот в вашей команде, чтобы подтвердить эти результаты на ваших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37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Arial"/>
              </a:rPr>
              <a:t>Платформа наблюдаемости для инженерных команд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Структура презентации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Проблема фрагментации инструментов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Решение: единая платформа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Доказательства эффективности пилота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Архитектура и интеграция</a:t>
            </a:r>
            <a:endParaRPr/>
          </a:p>
        </p:txBody>
      </p:sp>
      <p:sp>
        <p:nvSpPr>
          <p:cNvPr id="7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План внедрения и следующий шаг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000000"/>
                </a:solidFill>
                <a:latin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Arial"/>
              </a:rPr>
              <a:t>Среднее кол-во систем</a:t>
            </a:r>
          </a:p>
        </p:txBody>
      </p:sp>
      <p:sp>
        <p:nvSpPr>
          <p:cNvPr id="4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Инженеры тратят время на переключение между четырьмя разными системами мониторинга. Это усложняет диагностику, увеличивает когнитивную нагрузку и задерживает принятие решений при инцидентах.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Фрагментация замедляет реакцию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3600" b="0" i="0">
                <a:solidFill>
                  <a:srgbClr val="000000"/>
                </a:solidFill>
                <a:latin typeface="Arial"/>
              </a:rPr>
              <a:t>42</a:t>
            </a:r>
            <a:endParaRPr/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Arial"/>
              </a:rPr>
              <a:t>MTTD (минуты)</a:t>
            </a:r>
          </a:p>
        </p:txBody>
      </p:sp>
      <p:sp>
        <p:nvSpPr>
          <p:cNvPr id="6" name="Google Shape;542;p56"/>
          <p:cNvSpPr txBox="1"/>
          <p:nvPr>
            <p:ph idx="2" type="body"/>
          </p:nvPr>
        </p:nvSpPr>
        <p:spPr>
          <a:xfrm>
            <a:off x="6228824" y="2603501"/>
            <a:ext cx="5304364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Среднее время обнаружения инцидента составляет 42 минуты. За это время пользователи сталкиваются с проблемами, а бизнес несет убытки из-за простоя сервисов.</a:t>
            </a:r>
            <a:endParaRPr/>
          </a:p>
        </p:txBody>
      </p:sp>
      <p:sp>
        <p:nvSpPr>
          <p:cNvPr id="7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Высокое время обнаружения инцидентов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Единая платформа наблюдаемости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Агрегация метрик, логов и трейсов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Единый интерфейс для всех команд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Снижение контекстных переключений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Ускорение поиска корневой причины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3600" b="0" i="0">
                <a:solidFill>
                  <a:srgbClr val="000000"/>
                </a:solidFill>
                <a:latin typeface="Arial"/>
              </a:rPr>
              <a:t>9</a:t>
            </a:r>
            <a:endParaRPr/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Arial"/>
              </a:rPr>
              <a:t>Новый MTTD (мин)</a:t>
            </a:r>
          </a:p>
        </p:txBody>
      </p:sp>
      <p:sp>
        <p:nvSpPr>
          <p:cNvPr id="6" name="Google Shape;542;p56"/>
          <p:cNvSpPr txBox="1"/>
          <p:nvPr>
            <p:ph idx="2" type="body"/>
          </p:nvPr>
        </p:nvSpPr>
        <p:spPr>
          <a:xfrm>
            <a:off x="6228824" y="2603501"/>
            <a:ext cx="5304364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В ходе пилотного проекта в двух инженерных командах время обнаружения инцидентов снизилось с 42 до 9 минут. Это подтверждает эффективность единой платформы.</a:t>
            </a:r>
            <a:endParaRPr/>
          </a:p>
        </p:txBody>
      </p:sp>
      <p:sp>
        <p:nvSpPr>
          <p:cNvPr id="7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Пилот сократил MTTD до 9 минут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Google Shape;406;p47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Динамика улучшения показателей</a:t>
            </a:r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2645" y="2018030"/>
          <a:ext cx="10914616" cy="43106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Как работает платформа</a:t>
            </a:r>
            <a:endParaRPr/>
          </a:p>
        </p:txBody>
      </p:sp>
      <p:sp>
        <p:nvSpPr>
          <p:cNvPr id="5" name="Google Shape;988;p76"/>
          <p:cNvSpPr/>
          <p:nvPr/>
        </p:nvSpPr>
        <p:spPr>
          <a:xfrm>
            <a:off x="6351822" y="317275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9;p76"/>
          <p:cNvSpPr/>
          <p:nvPr/>
        </p:nvSpPr>
        <p:spPr>
          <a:xfrm>
            <a:off x="9194774" y="3156753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90;p76"/>
          <p:cNvSpPr/>
          <p:nvPr/>
        </p:nvSpPr>
        <p:spPr>
          <a:xfrm>
            <a:off x="3508870" y="317275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9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Сбор данных из всех источников</a:t>
            </a:r>
            <a:endParaRPr/>
          </a:p>
        </p:txBody>
      </p:sp>
      <p:sp>
        <p:nvSpPr>
          <p:cNvPr id="10" name="Google Shape;993;p76"/>
          <p:cNvSpPr txBox="1"/>
          <p:nvPr/>
        </p:nvSpPr>
        <p:spPr>
          <a:xfrm>
            <a:off x="3508870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Нормализация и индексация</a:t>
            </a:r>
            <a:endParaRPr/>
          </a:p>
        </p:txBody>
      </p:sp>
      <p:sp>
        <p:nvSpPr>
          <p:cNvPr id="11" name="Google Shape;994;p76"/>
          <p:cNvSpPr txBox="1"/>
          <p:nvPr/>
        </p:nvSpPr>
        <p:spPr>
          <a:xfrm>
            <a:off x="6351822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Визуализация и алертинг</a:t>
            </a:r>
            <a:endParaRPr/>
          </a:p>
        </p:txBody>
      </p:sp>
      <p:sp>
        <p:nvSpPr>
          <p:cNvPr id="12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Анализ корневых причин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Польза для технических команд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Единый стандарт для всех команд</a:t>
              </a:r>
              <a:endParaRPr/>
            </a:p>
          </p:txBody>
        </p:sp>
        <p:sp>
          <p:nvSpPr>
            <p:cNvPr id="5" name="Google Shape;493;p53"/>
            <p:cNvSpPr txBox="1"/>
            <p:nvPr/>
          </p:nvSpPr>
          <p:spPr>
            <a:xfrm>
              <a:off x="567154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Снижение стресса при инцидентах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Меньше времени на рутинный мониторинг</a:t>
              </a:r>
              <a:endParaRPr/>
            </a:p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Быстрая диагностика сложных проблем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Запуск пилота в вашей команде</a:t>
            </a:r>
            <a:endParaRPr/>
          </a:p>
        </p:txBody>
      </p:sp>
      <p:sp>
        <p:nvSpPr>
          <p:cNvPr id="5" name="Google Shape;988;p76"/>
          <p:cNvSpPr/>
          <p:nvPr/>
        </p:nvSpPr>
        <p:spPr>
          <a:xfrm>
            <a:off x="6351822" y="317275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9;p76"/>
          <p:cNvSpPr/>
          <p:nvPr/>
        </p:nvSpPr>
        <p:spPr>
          <a:xfrm>
            <a:off x="9194774" y="3156753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90;p76"/>
          <p:cNvSpPr/>
          <p:nvPr/>
        </p:nvSpPr>
        <p:spPr>
          <a:xfrm>
            <a:off x="3508870" y="317275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9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Выбор пилотной команды</a:t>
            </a:r>
            <a:endParaRPr/>
          </a:p>
        </p:txBody>
      </p:sp>
      <p:sp>
        <p:nvSpPr>
          <p:cNvPr id="10" name="Google Shape;993;p76"/>
          <p:cNvSpPr txBox="1"/>
          <p:nvPr/>
        </p:nvSpPr>
        <p:spPr>
          <a:xfrm>
            <a:off x="3508870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Настройка интеграций за 1 неделю</a:t>
            </a:r>
            <a:endParaRPr/>
          </a:p>
        </p:txBody>
      </p:sp>
      <p:sp>
        <p:nvSpPr>
          <p:cNvPr id="11" name="Google Shape;994;p76"/>
          <p:cNvSpPr txBox="1"/>
          <p:nvPr/>
        </p:nvSpPr>
        <p:spPr>
          <a:xfrm>
            <a:off x="6351822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Обучение команды</a:t>
            </a:r>
            <a:endParaRPr/>
          </a:p>
        </p:txBody>
      </p:sp>
      <p:sp>
        <p:nvSpPr>
          <p:cNvPr id="12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Оценка результатов через 2 месяца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96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4400" b="1" i="0">
                <a:solidFill>
                  <a:srgbClr val="000000"/>
                </a:solidFill>
                <a:latin typeface="Arial"/>
              </a:rPr>
              <a:t>Готовы к запуску пилота?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