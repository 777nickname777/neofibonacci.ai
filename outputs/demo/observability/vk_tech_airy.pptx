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Среднее время обнаружения инцидента составляет 42 минуты. Это критично для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 мониторинга, что создает информационный шум.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ходе пилота в двух командах время обнаружения инцидента сократилось с 42 до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Улучшение происходило постепенно: в первый месяц время сократилось вдвое, во второй — до целевых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72.png"/><Relationship Id="rId8" Type="http://schemas.openxmlformats.org/officeDocument/2006/relationships/image" Target="../media/image57.png"/><Relationship Id="rId9" Type="http://schemas.openxmlformats.org/officeDocument/2006/relationships/chart" Target="../charts/chart1.xml"/><Relationship Id="rId10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2.xml"/><Relationship Id="rId8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59;p66"/>
          <p:cNvSpPr/>
          <p:nvPr/>
        </p:nvSpPr>
        <p:spPr>
          <a:xfrm>
            <a:off x="4048160" y="486418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Проблема фрагментации инструментов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3;p66"/>
          <p:cNvSpPr/>
          <p:nvPr/>
        </p:nvSpPr>
        <p:spPr>
          <a:xfrm>
            <a:off x="4048160" y="1672317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Решение: единая платформа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67;p66"/>
          <p:cNvSpPr/>
          <p:nvPr/>
        </p:nvSpPr>
        <p:spPr>
          <a:xfrm>
            <a:off x="4048160" y="2858216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Результаты пилотного проекта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71;p66"/>
          <p:cNvSpPr/>
          <p:nvPr/>
        </p:nvSpPr>
        <p:spPr>
          <a:xfrm>
            <a:off x="4048160" y="4044115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План запуска пилота в вашей команде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Повестка презентации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42 минуты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MTTD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Высокое время обнаружения увеличивает простой сервисов и нагрузку на инженеров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Инциденты обнаруживаются слишком медленно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4 системы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Систем мониторинга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Фрагментация данных усложняет диагностику и требует контекстного переключения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Инженеры тратят время на переключение между системами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5;p59"/>
          <p:cNvSpPr/>
          <p:nvPr/>
        </p:nvSpPr>
        <p:spPr>
          <a:xfrm>
            <a:off x="3327389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Устранение необходимости переключаться между системами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830;p59"/>
          <p:cNvSpPr/>
          <p:nvPr/>
        </p:nvSpPr>
        <p:spPr>
          <a:xfrm>
            <a:off x="6216612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Единый источник истины для всех команд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836;p59"/>
          <p:cNvSpPr/>
          <p:nvPr/>
        </p:nvSpPr>
        <p:spPr>
          <a:xfrm>
            <a:off x="438148" y="3264604"/>
            <a:ext cx="2540003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Агрегация метрик, логов и трейсов в одном окне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Единая платформа заменяет разрозненные инструменты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0;p58"/>
          <p:cNvSpPr/>
          <p:nvPr/>
        </p:nvSpPr>
        <p:spPr>
          <a:xfrm>
            <a:off x="438148" y="1590803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Сбор данных из всех источников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85;p58"/>
          <p:cNvSpPr/>
          <p:nvPr/>
        </p:nvSpPr>
        <p:spPr>
          <a:xfrm>
            <a:off x="3327380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Корреляция событий в реальном времени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90;p58"/>
          <p:cNvSpPr/>
          <p:nvPr/>
        </p:nvSpPr>
        <p:spPr>
          <a:xfrm>
            <a:off x="6216621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Автоматическое оповещение о проблемах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793;p58"/>
          <p:cNvSpPr/>
          <p:nvPr/>
        </p:nvSpPr>
        <p:spPr>
          <a:xfrm>
            <a:off x="285749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794;p58"/>
          <p:cNvSpPr/>
          <p:nvPr/>
        </p:nvSpPr>
        <p:spPr>
          <a:xfrm>
            <a:off x="438148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795;p58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796;p58"/>
          <p:cNvSpPr/>
          <p:nvPr/>
        </p:nvSpPr>
        <p:spPr>
          <a:xfrm>
            <a:off x="438148" y="3264604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Визуализация для быстрого анализа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97;p58"/>
          <p:cNvSpPr/>
          <p:nvPr/>
        </p:nvSpPr>
        <p:spPr>
          <a:xfrm>
            <a:off x="438148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Как работает платформа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Пилот показал сокращение времени обнаружения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0;p58"/>
          <p:cNvSpPr/>
          <p:nvPr/>
        </p:nvSpPr>
        <p:spPr>
          <a:xfrm>
            <a:off x="438148" y="1590803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Результаты подтверждены в двух пилотных командах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85;p58"/>
          <p:cNvSpPr/>
          <p:nvPr/>
        </p:nvSpPr>
        <p:spPr>
          <a:xfrm>
            <a:off x="3327380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Методология внедрения стандартизирована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90;p58"/>
          <p:cNvSpPr/>
          <p:nvPr/>
        </p:nvSpPr>
        <p:spPr>
          <a:xfrm>
            <a:off x="6216621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Готовность к расширению на другие департаменты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Эффект масштабируется на все команды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57;p60"/>
          <p:cNvSpPr/>
          <p:nvPr/>
        </p:nvSpPr>
        <p:spPr>
          <a:xfrm>
            <a:off x="438148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Выбор пилотной команды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61;p60"/>
          <p:cNvSpPr/>
          <p:nvPr/>
        </p:nvSpPr>
        <p:spPr>
          <a:xfrm>
            <a:off x="3809980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Настройка интеграций за 1 неделю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66;p60"/>
          <p:cNvSpPr/>
          <p:nvPr/>
        </p:nvSpPr>
        <p:spPr>
          <a:xfrm>
            <a:off x="438148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Запуск мониторинга и обучение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70;p60"/>
          <p:cNvSpPr/>
          <p:nvPr/>
        </p:nvSpPr>
        <p:spPr>
          <a:xfrm>
            <a:off x="3809980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Оценка результатов через 2 месяца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Запустите пилот для оценки эффекта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3200" b="1" i="0">
                <a:solidFill>
                  <a:srgbClr val="000000"/>
                </a:solidFill>
                <a:latin typeface="Play"/>
              </a:rPr>
              <a:t>Готовы начать пилот?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