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76" d="100"/>
          <a:sy n="76" d="100"/>
        </p:scale>
        <p:origin x="850" y="6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hyperlink" Target="https://presentation-creation.ru/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05F29426-97A1-439C-A4E4-0BE4D08B9C3A}"/>
              </a:ext>
            </a:extLst>
          </p:cNvPr>
          <p:cNvSpPr/>
          <p:nvPr userDrawn="1"/>
        </p:nvSpPr>
        <p:spPr>
          <a:xfrm rot="16200000">
            <a:off x="13647006" y="1690688"/>
            <a:ext cx="24826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solidFill>
                  <a:schemeClr val="tx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presentation-creation.ru</a:t>
            </a:r>
            <a:endParaRPr lang="ru-RU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hyperlink" Target="https://presentation-creation.ru/" TargetMode="External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hlinkClick r:id="rId3"/>
            <a:extLst>
              <a:ext uri="{FF2B5EF4-FFF2-40B4-BE49-F238E27FC236}">
                <a16:creationId xmlns:a16="http://schemas.microsoft.com/office/drawing/2014/main" id="{A78C7753-A6A5-43D8-A024-6033804D7248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4758584" y="-1519762"/>
            <a:ext cx="757762" cy="75776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eyebrow">
            <a:extLst>
              <a:ext uri="{FF2B5EF4-FFF2-40B4-BE49-F238E27FC236}">
                <a16:creationId xmlns:a16="http://schemas.microsoft.com/office/drawing/2014/main" id="{17556D7D-A258-4AC1-B244-319FD635E6A7}"/>
              </a:ext>
            </a:extLst>
          </p:cNvPr>
          <p:cNvSpPr>
            <a:spLocks noGrp="1"/>
          </p:cNvSpPr>
          <p:nvPr/>
        </p:nvSpPr>
        <p:spPr>
          <a:xfrm>
            <a:off x="704850" y="514350"/>
            <a:ext cx="400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00" b="1">
                <a:solidFill>
                  <a:srgbClr val="3B8C8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B8C88"/>
                </a:solidFill>
                <a:latin typeface="Arial"/>
                <a:ea typeface="Arial"/>
                <a:cs typeface="Arial"/>
              </a:rPr>
              <a:t>РЕДАКТИРУЕМЫЙ ШАБЛОН</a:t>
            </a:r>
          </a:p>
        </p:txBody>
      </p:sp>
      <p:sp>
        <p:nvSpPr>
          <p:cNvPr id="2" name="deck-title">
            <a:extLst>
              <a:ext uri="{FF2B5EF4-FFF2-40B4-BE49-F238E27FC236}">
                <a16:creationId xmlns:a16="http://schemas.microsoft.com/office/drawing/2014/main" id="{D2E0F9A6-EF97-4DF9-939A-E06A41A6D382}"/>
              </a:ext>
            </a:extLst>
          </p:cNvPr>
          <p:cNvSpPr>
            <a:spLocks noGrp="1"/>
          </p:cNvSpPr>
          <p:nvPr/>
        </p:nvSpPr>
        <p:spPr>
          <a:xfrm>
            <a:off x="685800" y="1066800"/>
            <a:ext cx="6572250" cy="1657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5400" b="1">
                <a:solidFill>
                  <a:srgbClr val="20313A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20313A"/>
                </a:solidFill>
                <a:latin typeface="Arial"/>
                <a:ea typeface="Arial"/>
                <a:cs typeface="Arial"/>
              </a:rPr>
              <a:t>Дорожная карта</a:t>
            </a:r>
          </a:p>
          <a:p>
            <a:pPr algn="l">
              <a:defRPr sz="5400" b="1">
                <a:solidFill>
                  <a:srgbClr val="20313A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20313A"/>
                </a:solidFill>
                <a:latin typeface="Arial"/>
                <a:ea typeface="Arial"/>
                <a:cs typeface="Arial"/>
              </a:rPr>
              <a:t>проекта</a:t>
            </a:r>
          </a:p>
        </p:txBody>
      </p:sp>
      <p:sp>
        <p:nvSpPr>
          <p:cNvPr id="3" name="deck-subtitle">
            <a:extLst>
              <a:ext uri="{FF2B5EF4-FFF2-40B4-BE49-F238E27FC236}">
                <a16:creationId xmlns:a16="http://schemas.microsoft.com/office/drawing/2014/main" id="{C7EE97C0-961F-4675-8FF3-F2B4E2B54190}"/>
              </a:ext>
            </a:extLst>
          </p:cNvPr>
          <p:cNvSpPr>
            <a:spLocks noGrp="1"/>
          </p:cNvSpPr>
          <p:nvPr/>
        </p:nvSpPr>
        <p:spPr>
          <a:xfrm>
            <a:off x="723900" y="2952750"/>
            <a:ext cx="56197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75" b="0">
                <a:solidFill>
                  <a:srgbClr val="64737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64737B"/>
                </a:solidFill>
                <a:latin typeface="Arial"/>
                <a:ea typeface="Arial"/>
                <a:cs typeface="Arial"/>
              </a:rPr>
              <a:t>От идеи и планирования —</a:t>
            </a:r>
          </a:p>
          <a:p>
            <a:pPr algn="l">
              <a:defRPr sz="2175" b="0">
                <a:solidFill>
                  <a:srgbClr val="64737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64737B"/>
                </a:solidFill>
                <a:latin typeface="Arial"/>
                <a:ea typeface="Arial"/>
                <a:cs typeface="Arial"/>
              </a:rPr>
              <a:t>к проверенному результату</a:t>
            </a:r>
          </a:p>
        </p:txBody>
      </p:sp>
      <p:sp>
        <p:nvSpPr>
          <p:cNvPr id="4" name="project-box">
            <a:extLst>
              <a:ext uri="{FF2B5EF4-FFF2-40B4-BE49-F238E27FC236}">
                <a16:creationId xmlns:a16="http://schemas.microsoft.com/office/drawing/2014/main" id="{BBBF8FF7-30A3-4586-B30E-C6DA7C226F0F}"/>
              </a:ext>
            </a:extLst>
          </p:cNvPr>
          <p:cNvSpPr>
            <a:spLocks noGrp="1"/>
          </p:cNvSpPr>
          <p:nvPr/>
        </p:nvSpPr>
        <p:spPr>
          <a:xfrm>
            <a:off x="8543925" y="723900"/>
            <a:ext cx="2857500" cy="68580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4288">
            <a:solidFill>
              <a:srgbClr val="DCE4E4"/>
            </a:solidFill>
            <a:prstDash val="solid"/>
          </a:ln>
        </p:spPr>
      </p:sp>
      <p:sp>
        <p:nvSpPr>
          <p:cNvPr id="5" name="project-label">
            <a:extLst>
              <a:ext uri="{FF2B5EF4-FFF2-40B4-BE49-F238E27FC236}">
                <a16:creationId xmlns:a16="http://schemas.microsoft.com/office/drawing/2014/main" id="{1C2079A4-A4A4-45BD-A806-9475212A5AC2}"/>
              </a:ext>
            </a:extLst>
          </p:cNvPr>
          <p:cNvSpPr>
            <a:spLocks noGrp="1"/>
          </p:cNvSpPr>
          <p:nvPr/>
        </p:nvSpPr>
        <p:spPr>
          <a:xfrm>
            <a:off x="8763000" y="838200"/>
            <a:ext cx="24193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200" b="1">
                <a:solidFill>
                  <a:srgbClr val="91A3A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91A3A5"/>
                </a:solidFill>
                <a:latin typeface="Arial"/>
                <a:ea typeface="Arial"/>
                <a:cs typeface="Arial"/>
              </a:rPr>
              <a:t>НАЗВАНИЕ ПРОЕКТА</a:t>
            </a:r>
          </a:p>
        </p:txBody>
      </p:sp>
      <p:sp>
        <p:nvSpPr>
          <p:cNvPr id="6" name="project-name">
            <a:extLst>
              <a:ext uri="{FF2B5EF4-FFF2-40B4-BE49-F238E27FC236}">
                <a16:creationId xmlns:a16="http://schemas.microsoft.com/office/drawing/2014/main" id="{8C9EF528-C6B3-40C0-BF4F-9C8694AF99F4}"/>
              </a:ext>
            </a:extLst>
          </p:cNvPr>
          <p:cNvSpPr>
            <a:spLocks noGrp="1"/>
          </p:cNvSpPr>
          <p:nvPr/>
        </p:nvSpPr>
        <p:spPr>
          <a:xfrm>
            <a:off x="8763000" y="1066800"/>
            <a:ext cx="24193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800" b="0">
                <a:solidFill>
                  <a:srgbClr val="20313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313A"/>
                </a:solidFill>
                <a:latin typeface="Arial"/>
                <a:ea typeface="Arial"/>
                <a:cs typeface="Arial"/>
              </a:rPr>
              <a:t>________________</a:t>
            </a:r>
          </a:p>
        </p:txBody>
      </p:sp>
      <p:sp>
        <p:nvSpPr>
          <p:cNvPr id="7" name="title-route-0">
            <a:extLst>
              <a:ext uri="{FF2B5EF4-FFF2-40B4-BE49-F238E27FC236}">
                <a16:creationId xmlns:a16="http://schemas.microsoft.com/office/drawing/2014/main" id="{8D09D17E-3436-48F8-8A09-4A63A2DC0A4A}"/>
              </a:ext>
            </a:extLst>
          </p:cNvPr>
          <p:cNvSpPr>
            <a:spLocks noGrp="1"/>
          </p:cNvSpPr>
          <p:nvPr/>
        </p:nvSpPr>
        <p:spPr>
          <a:xfrm flipV="1">
            <a:off x="1066800" y="4857750"/>
            <a:ext cx="1924050" cy="381000"/>
          </a:xfrm>
          <a:prstGeom prst="line">
            <a:avLst/>
          </a:prstGeom>
          <a:noFill/>
          <a:ln w="38100">
            <a:solidFill>
              <a:srgbClr val="91A3A5"/>
            </a:solidFill>
            <a:prstDash val="solid"/>
          </a:ln>
        </p:spPr>
      </p:sp>
      <p:sp>
        <p:nvSpPr>
          <p:cNvPr id="8" name="title-route-1">
            <a:extLst>
              <a:ext uri="{FF2B5EF4-FFF2-40B4-BE49-F238E27FC236}">
                <a16:creationId xmlns:a16="http://schemas.microsoft.com/office/drawing/2014/main" id="{F32E4418-537E-4E02-BC09-6F237C2601AB}"/>
              </a:ext>
            </a:extLst>
          </p:cNvPr>
          <p:cNvSpPr>
            <a:spLocks noGrp="1"/>
          </p:cNvSpPr>
          <p:nvPr/>
        </p:nvSpPr>
        <p:spPr>
          <a:xfrm>
            <a:off x="2990850" y="4857750"/>
            <a:ext cx="1924050" cy="571500"/>
          </a:xfrm>
          <a:prstGeom prst="line">
            <a:avLst/>
          </a:prstGeom>
          <a:noFill/>
          <a:ln w="38100">
            <a:solidFill>
              <a:srgbClr val="91A3A5"/>
            </a:solidFill>
            <a:prstDash val="solid"/>
          </a:ln>
        </p:spPr>
      </p:sp>
      <p:sp>
        <p:nvSpPr>
          <p:cNvPr id="9" name="title-route-2">
            <a:extLst>
              <a:ext uri="{FF2B5EF4-FFF2-40B4-BE49-F238E27FC236}">
                <a16:creationId xmlns:a16="http://schemas.microsoft.com/office/drawing/2014/main" id="{FC754815-BBDC-4644-A2FD-B089AC8A2030}"/>
              </a:ext>
            </a:extLst>
          </p:cNvPr>
          <p:cNvSpPr>
            <a:spLocks noGrp="1"/>
          </p:cNvSpPr>
          <p:nvPr/>
        </p:nvSpPr>
        <p:spPr>
          <a:xfrm flipV="1">
            <a:off x="4914900" y="4953000"/>
            <a:ext cx="1924050" cy="476250"/>
          </a:xfrm>
          <a:prstGeom prst="line">
            <a:avLst/>
          </a:prstGeom>
          <a:noFill/>
          <a:ln w="38100">
            <a:solidFill>
              <a:srgbClr val="91A3A5"/>
            </a:solidFill>
            <a:prstDash val="solid"/>
          </a:ln>
        </p:spPr>
      </p:sp>
      <p:sp>
        <p:nvSpPr>
          <p:cNvPr id="10" name="title-route-3">
            <a:extLst>
              <a:ext uri="{FF2B5EF4-FFF2-40B4-BE49-F238E27FC236}">
                <a16:creationId xmlns:a16="http://schemas.microsoft.com/office/drawing/2014/main" id="{144FF3E4-8623-4826-B8CC-FD6E1617DA2C}"/>
              </a:ext>
            </a:extLst>
          </p:cNvPr>
          <p:cNvSpPr>
            <a:spLocks noGrp="1"/>
          </p:cNvSpPr>
          <p:nvPr/>
        </p:nvSpPr>
        <p:spPr>
          <a:xfrm>
            <a:off x="6838950" y="4953000"/>
            <a:ext cx="1924050" cy="514350"/>
          </a:xfrm>
          <a:prstGeom prst="line">
            <a:avLst/>
          </a:prstGeom>
          <a:noFill/>
          <a:ln w="38100">
            <a:solidFill>
              <a:srgbClr val="91A3A5"/>
            </a:solidFill>
            <a:prstDash val="solid"/>
          </a:ln>
        </p:spPr>
      </p:sp>
      <p:sp>
        <p:nvSpPr>
          <p:cNvPr id="11" name="title-route-4">
            <a:extLst>
              <a:ext uri="{FF2B5EF4-FFF2-40B4-BE49-F238E27FC236}">
                <a16:creationId xmlns:a16="http://schemas.microsoft.com/office/drawing/2014/main" id="{1FFF6E44-6301-4AB3-AB80-8F7E50AD387D}"/>
              </a:ext>
            </a:extLst>
          </p:cNvPr>
          <p:cNvSpPr>
            <a:spLocks noGrp="1"/>
          </p:cNvSpPr>
          <p:nvPr/>
        </p:nvSpPr>
        <p:spPr>
          <a:xfrm flipV="1">
            <a:off x="8763000" y="4953000"/>
            <a:ext cx="1924050" cy="514350"/>
          </a:xfrm>
          <a:prstGeom prst="line">
            <a:avLst/>
          </a:prstGeom>
          <a:noFill/>
          <a:ln w="38100">
            <a:solidFill>
              <a:srgbClr val="91A3A5"/>
            </a:solidFill>
            <a:prstDash val="solid"/>
          </a:ln>
        </p:spPr>
      </p:sp>
      <p:sp>
        <p:nvSpPr>
          <p:cNvPr id="12" name="title-01-node">
            <a:extLst>
              <a:ext uri="{FF2B5EF4-FFF2-40B4-BE49-F238E27FC236}">
                <a16:creationId xmlns:a16="http://schemas.microsoft.com/office/drawing/2014/main" id="{95E15102-FAFB-4C2E-8C97-F385A834B120}"/>
              </a:ext>
            </a:extLst>
          </p:cNvPr>
          <p:cNvSpPr>
            <a:spLocks noGrp="1"/>
          </p:cNvSpPr>
          <p:nvPr/>
        </p:nvSpPr>
        <p:spPr>
          <a:xfrm>
            <a:off x="838200" y="5010150"/>
            <a:ext cx="457200" cy="4572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E9785B"/>
            </a:solidFill>
            <a:prstDash val="solid"/>
          </a:ln>
        </p:spPr>
      </p:sp>
      <p:sp>
        <p:nvSpPr>
          <p:cNvPr id="13" name="title-01-number">
            <a:extLst>
              <a:ext uri="{FF2B5EF4-FFF2-40B4-BE49-F238E27FC236}">
                <a16:creationId xmlns:a16="http://schemas.microsoft.com/office/drawing/2014/main" id="{24A2E32B-6BB9-4C3C-B33E-56F13D8E1760}"/>
              </a:ext>
            </a:extLst>
          </p:cNvPr>
          <p:cNvSpPr>
            <a:spLocks noGrp="1"/>
          </p:cNvSpPr>
          <p:nvPr/>
        </p:nvSpPr>
        <p:spPr>
          <a:xfrm>
            <a:off x="781050" y="5095875"/>
            <a:ext cx="571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275" b="1">
                <a:solidFill>
                  <a:srgbClr val="E9785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E9785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4" name="title-01-label">
            <a:extLst>
              <a:ext uri="{FF2B5EF4-FFF2-40B4-BE49-F238E27FC236}">
                <a16:creationId xmlns:a16="http://schemas.microsoft.com/office/drawing/2014/main" id="{68666F46-E2E3-456A-B2AE-93EFE189C40A}"/>
              </a:ext>
            </a:extLst>
          </p:cNvPr>
          <p:cNvSpPr>
            <a:spLocks noGrp="1"/>
          </p:cNvSpPr>
          <p:nvPr/>
        </p:nvSpPr>
        <p:spPr>
          <a:xfrm>
            <a:off x="190500" y="5648325"/>
            <a:ext cx="1752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725" b="1">
                <a:solidFill>
                  <a:srgbClr val="2031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0313A"/>
                </a:solidFill>
                <a:latin typeface="Arial"/>
                <a:ea typeface="Arial"/>
                <a:cs typeface="Arial"/>
              </a:rPr>
              <a:t>Идея</a:t>
            </a:r>
          </a:p>
        </p:txBody>
      </p:sp>
      <p:sp>
        <p:nvSpPr>
          <p:cNvPr id="15" name="title-02-node">
            <a:extLst>
              <a:ext uri="{FF2B5EF4-FFF2-40B4-BE49-F238E27FC236}">
                <a16:creationId xmlns:a16="http://schemas.microsoft.com/office/drawing/2014/main" id="{F18193C1-B22C-4EA9-9069-BAAC4610C9C7}"/>
              </a:ext>
            </a:extLst>
          </p:cNvPr>
          <p:cNvSpPr>
            <a:spLocks noGrp="1"/>
          </p:cNvSpPr>
          <p:nvPr/>
        </p:nvSpPr>
        <p:spPr>
          <a:xfrm>
            <a:off x="2762250" y="4629150"/>
            <a:ext cx="457200" cy="4572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E8B04A"/>
            </a:solidFill>
            <a:prstDash val="solid"/>
          </a:ln>
        </p:spPr>
      </p:sp>
      <p:sp>
        <p:nvSpPr>
          <p:cNvPr id="16" name="title-02-number">
            <a:extLst>
              <a:ext uri="{FF2B5EF4-FFF2-40B4-BE49-F238E27FC236}">
                <a16:creationId xmlns:a16="http://schemas.microsoft.com/office/drawing/2014/main" id="{433E8050-9F79-47BC-A1AB-E81E18A1C69E}"/>
              </a:ext>
            </a:extLst>
          </p:cNvPr>
          <p:cNvSpPr>
            <a:spLocks noGrp="1"/>
          </p:cNvSpPr>
          <p:nvPr/>
        </p:nvSpPr>
        <p:spPr>
          <a:xfrm>
            <a:off x="2705100" y="4714875"/>
            <a:ext cx="571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275" b="1">
                <a:solidFill>
                  <a:srgbClr val="E8B04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E8B04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7" name="title-02-label">
            <a:extLst>
              <a:ext uri="{FF2B5EF4-FFF2-40B4-BE49-F238E27FC236}">
                <a16:creationId xmlns:a16="http://schemas.microsoft.com/office/drawing/2014/main" id="{8D5CB27A-DF5A-4105-88AC-53C85C21D84B}"/>
              </a:ext>
            </a:extLst>
          </p:cNvPr>
          <p:cNvSpPr>
            <a:spLocks noGrp="1"/>
          </p:cNvSpPr>
          <p:nvPr/>
        </p:nvSpPr>
        <p:spPr>
          <a:xfrm>
            <a:off x="2114550" y="5267325"/>
            <a:ext cx="1752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725" b="1">
                <a:solidFill>
                  <a:srgbClr val="2031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0313A"/>
                </a:solidFill>
                <a:latin typeface="Arial"/>
                <a:ea typeface="Arial"/>
                <a:cs typeface="Arial"/>
              </a:rPr>
              <a:t>План</a:t>
            </a:r>
          </a:p>
        </p:txBody>
      </p:sp>
      <p:sp>
        <p:nvSpPr>
          <p:cNvPr id="18" name="title-03-node">
            <a:extLst>
              <a:ext uri="{FF2B5EF4-FFF2-40B4-BE49-F238E27FC236}">
                <a16:creationId xmlns:a16="http://schemas.microsoft.com/office/drawing/2014/main" id="{F08E06BD-BD0C-46A7-86A4-AC91630AC43F}"/>
              </a:ext>
            </a:extLst>
          </p:cNvPr>
          <p:cNvSpPr>
            <a:spLocks noGrp="1"/>
          </p:cNvSpPr>
          <p:nvPr/>
        </p:nvSpPr>
        <p:spPr>
          <a:xfrm>
            <a:off x="4686300" y="5200650"/>
            <a:ext cx="457200" cy="4572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75A9C2"/>
            </a:solidFill>
            <a:prstDash val="solid"/>
          </a:ln>
        </p:spPr>
      </p:sp>
      <p:sp>
        <p:nvSpPr>
          <p:cNvPr id="19" name="title-03-number">
            <a:extLst>
              <a:ext uri="{FF2B5EF4-FFF2-40B4-BE49-F238E27FC236}">
                <a16:creationId xmlns:a16="http://schemas.microsoft.com/office/drawing/2014/main" id="{40AC42A1-ACC8-4B8D-BB1C-93D0D11482F8}"/>
              </a:ext>
            </a:extLst>
          </p:cNvPr>
          <p:cNvSpPr>
            <a:spLocks noGrp="1"/>
          </p:cNvSpPr>
          <p:nvPr/>
        </p:nvSpPr>
        <p:spPr>
          <a:xfrm>
            <a:off x="4629150" y="5286375"/>
            <a:ext cx="571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275" b="1">
                <a:solidFill>
                  <a:srgbClr val="75A9C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75A9C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0" name="title-03-label">
            <a:extLst>
              <a:ext uri="{FF2B5EF4-FFF2-40B4-BE49-F238E27FC236}">
                <a16:creationId xmlns:a16="http://schemas.microsoft.com/office/drawing/2014/main" id="{15C49E1C-3B30-493E-B1A8-1494B00DE969}"/>
              </a:ext>
            </a:extLst>
          </p:cNvPr>
          <p:cNvSpPr>
            <a:spLocks noGrp="1"/>
          </p:cNvSpPr>
          <p:nvPr/>
        </p:nvSpPr>
        <p:spPr>
          <a:xfrm>
            <a:off x="4038600" y="5838825"/>
            <a:ext cx="1752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725" b="1">
                <a:solidFill>
                  <a:srgbClr val="2031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0313A"/>
                </a:solidFill>
                <a:latin typeface="Arial"/>
                <a:ea typeface="Arial"/>
                <a:cs typeface="Arial"/>
              </a:rPr>
              <a:t>Подготовка</a:t>
            </a:r>
          </a:p>
        </p:txBody>
      </p:sp>
      <p:sp>
        <p:nvSpPr>
          <p:cNvPr id="21" name="title-04-node">
            <a:extLst>
              <a:ext uri="{FF2B5EF4-FFF2-40B4-BE49-F238E27FC236}">
                <a16:creationId xmlns:a16="http://schemas.microsoft.com/office/drawing/2014/main" id="{3819AD88-08EB-43B1-9529-09738832F832}"/>
              </a:ext>
            </a:extLst>
          </p:cNvPr>
          <p:cNvSpPr>
            <a:spLocks noGrp="1"/>
          </p:cNvSpPr>
          <p:nvPr/>
        </p:nvSpPr>
        <p:spPr>
          <a:xfrm>
            <a:off x="6610350" y="4724400"/>
            <a:ext cx="457200" cy="4572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3B8C88"/>
            </a:solidFill>
            <a:prstDash val="solid"/>
          </a:ln>
        </p:spPr>
      </p:sp>
      <p:sp>
        <p:nvSpPr>
          <p:cNvPr id="22" name="title-04-number">
            <a:extLst>
              <a:ext uri="{FF2B5EF4-FFF2-40B4-BE49-F238E27FC236}">
                <a16:creationId xmlns:a16="http://schemas.microsoft.com/office/drawing/2014/main" id="{D91BFB05-8A7C-4A24-A1BA-9789651C58B5}"/>
              </a:ext>
            </a:extLst>
          </p:cNvPr>
          <p:cNvSpPr>
            <a:spLocks noGrp="1"/>
          </p:cNvSpPr>
          <p:nvPr/>
        </p:nvSpPr>
        <p:spPr>
          <a:xfrm>
            <a:off x="6553200" y="4810125"/>
            <a:ext cx="571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275" b="1">
                <a:solidFill>
                  <a:srgbClr val="3B8C8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B8C8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itle-04-label">
            <a:extLst>
              <a:ext uri="{FF2B5EF4-FFF2-40B4-BE49-F238E27FC236}">
                <a16:creationId xmlns:a16="http://schemas.microsoft.com/office/drawing/2014/main" id="{DD6EED18-C191-4465-A1A5-4CAE6821F4FC}"/>
              </a:ext>
            </a:extLst>
          </p:cNvPr>
          <p:cNvSpPr>
            <a:spLocks noGrp="1"/>
          </p:cNvSpPr>
          <p:nvPr/>
        </p:nvSpPr>
        <p:spPr>
          <a:xfrm>
            <a:off x="5962650" y="5362575"/>
            <a:ext cx="1752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725" b="1">
                <a:solidFill>
                  <a:srgbClr val="2031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0313A"/>
                </a:solidFill>
                <a:latin typeface="Arial"/>
                <a:ea typeface="Arial"/>
                <a:cs typeface="Arial"/>
              </a:rPr>
              <a:t>Реализация</a:t>
            </a:r>
          </a:p>
        </p:txBody>
      </p:sp>
      <p:sp>
        <p:nvSpPr>
          <p:cNvPr id="24" name="title-05-node">
            <a:extLst>
              <a:ext uri="{FF2B5EF4-FFF2-40B4-BE49-F238E27FC236}">
                <a16:creationId xmlns:a16="http://schemas.microsoft.com/office/drawing/2014/main" id="{FB37EE17-D5AE-4701-93AA-EA87882642D5}"/>
              </a:ext>
            </a:extLst>
          </p:cNvPr>
          <p:cNvSpPr>
            <a:spLocks noGrp="1"/>
          </p:cNvSpPr>
          <p:nvPr/>
        </p:nvSpPr>
        <p:spPr>
          <a:xfrm>
            <a:off x="8534400" y="5238750"/>
            <a:ext cx="457200" cy="4572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6FAE80"/>
            </a:solidFill>
            <a:prstDash val="solid"/>
          </a:ln>
        </p:spPr>
      </p:sp>
      <p:sp>
        <p:nvSpPr>
          <p:cNvPr id="25" name="title-05-number">
            <a:extLst>
              <a:ext uri="{FF2B5EF4-FFF2-40B4-BE49-F238E27FC236}">
                <a16:creationId xmlns:a16="http://schemas.microsoft.com/office/drawing/2014/main" id="{1E62D824-01F1-4198-B638-47F8B8F10CB6}"/>
              </a:ext>
            </a:extLst>
          </p:cNvPr>
          <p:cNvSpPr>
            <a:spLocks noGrp="1"/>
          </p:cNvSpPr>
          <p:nvPr/>
        </p:nvSpPr>
        <p:spPr>
          <a:xfrm>
            <a:off x="8477250" y="5324475"/>
            <a:ext cx="571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275" b="1">
                <a:solidFill>
                  <a:srgbClr val="6FAE8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FAE8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6" name="title-05-label">
            <a:extLst>
              <a:ext uri="{FF2B5EF4-FFF2-40B4-BE49-F238E27FC236}">
                <a16:creationId xmlns:a16="http://schemas.microsoft.com/office/drawing/2014/main" id="{B9C3835E-CEED-414D-BC12-CDF8E2336B6A}"/>
              </a:ext>
            </a:extLst>
          </p:cNvPr>
          <p:cNvSpPr>
            <a:spLocks noGrp="1"/>
          </p:cNvSpPr>
          <p:nvPr/>
        </p:nvSpPr>
        <p:spPr>
          <a:xfrm>
            <a:off x="7886700" y="5876925"/>
            <a:ext cx="1752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725" b="1">
                <a:solidFill>
                  <a:srgbClr val="2031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0313A"/>
                </a:solidFill>
                <a:latin typeface="Arial"/>
                <a:ea typeface="Arial"/>
                <a:cs typeface="Arial"/>
              </a:rPr>
              <a:t>Проверка</a:t>
            </a:r>
          </a:p>
        </p:txBody>
      </p:sp>
      <p:sp>
        <p:nvSpPr>
          <p:cNvPr id="27" name="title-06-node">
            <a:extLst>
              <a:ext uri="{FF2B5EF4-FFF2-40B4-BE49-F238E27FC236}">
                <a16:creationId xmlns:a16="http://schemas.microsoft.com/office/drawing/2014/main" id="{A58F4793-C433-4FED-AD06-F455001318DA}"/>
              </a:ext>
            </a:extLst>
          </p:cNvPr>
          <p:cNvSpPr>
            <a:spLocks noGrp="1"/>
          </p:cNvSpPr>
          <p:nvPr/>
        </p:nvSpPr>
        <p:spPr>
          <a:xfrm>
            <a:off x="10458450" y="4724400"/>
            <a:ext cx="457200" cy="4572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375C6D"/>
            </a:solidFill>
            <a:prstDash val="solid"/>
          </a:ln>
        </p:spPr>
      </p:sp>
      <p:sp>
        <p:nvSpPr>
          <p:cNvPr id="28" name="title-06-number">
            <a:extLst>
              <a:ext uri="{FF2B5EF4-FFF2-40B4-BE49-F238E27FC236}">
                <a16:creationId xmlns:a16="http://schemas.microsoft.com/office/drawing/2014/main" id="{0615D650-E581-4AC2-A754-2E59F8B1520B}"/>
              </a:ext>
            </a:extLst>
          </p:cNvPr>
          <p:cNvSpPr>
            <a:spLocks noGrp="1"/>
          </p:cNvSpPr>
          <p:nvPr/>
        </p:nvSpPr>
        <p:spPr>
          <a:xfrm>
            <a:off x="10401300" y="4810125"/>
            <a:ext cx="571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275" b="1">
                <a:solidFill>
                  <a:srgbClr val="375C6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75C6D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9" name="title-06-label">
            <a:extLst>
              <a:ext uri="{FF2B5EF4-FFF2-40B4-BE49-F238E27FC236}">
                <a16:creationId xmlns:a16="http://schemas.microsoft.com/office/drawing/2014/main" id="{AFD9F2C5-2B73-46D5-B190-267CFD8BDB99}"/>
              </a:ext>
            </a:extLst>
          </p:cNvPr>
          <p:cNvSpPr>
            <a:spLocks noGrp="1"/>
          </p:cNvSpPr>
          <p:nvPr/>
        </p:nvSpPr>
        <p:spPr>
          <a:xfrm>
            <a:off x="9810750" y="5362575"/>
            <a:ext cx="1752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725" b="1">
                <a:solidFill>
                  <a:srgbClr val="2031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0313A"/>
                </a:solidFill>
                <a:latin typeface="Arial"/>
                <a:ea typeface="Arial"/>
                <a:cs typeface="Arial"/>
              </a:rPr>
              <a:t>Результат</a:t>
            </a:r>
          </a:p>
        </p:txBody>
      </p:sp>
    </p:spTree>
    <p:extLst>
      <p:ext uri="{BB962C8B-B14F-4D97-AF65-F5344CB8AC3E}">
        <p14:creationId xmlns:p14="http://schemas.microsoft.com/office/powerpoint/2010/main" val="13841984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slide-title">
            <a:extLst>
              <a:ext uri="{FF2B5EF4-FFF2-40B4-BE49-F238E27FC236}">
                <a16:creationId xmlns:a16="http://schemas.microsoft.com/office/drawing/2014/main" id="{074443C3-2A92-475C-B7B5-0D81AE36257E}"/>
              </a:ext>
            </a:extLst>
          </p:cNvPr>
          <p:cNvSpPr>
            <a:spLocks noGrp="1"/>
          </p:cNvSpPr>
          <p:nvPr/>
        </p:nvSpPr>
        <p:spPr>
          <a:xfrm>
            <a:off x="685800" y="438150"/>
            <a:ext cx="108204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600" b="1">
                <a:solidFill>
                  <a:srgbClr val="20313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313A"/>
                </a:solidFill>
                <a:latin typeface="Arial"/>
                <a:ea typeface="Arial"/>
                <a:cs typeface="Arial"/>
              </a:rPr>
              <a:t>Проект проходит шесть этапов</a:t>
            </a:r>
          </a:p>
        </p:txBody>
      </p:sp>
      <p:sp>
        <p:nvSpPr>
          <p:cNvPr id="2" name="slide-subtitle">
            <a:extLst>
              <a:ext uri="{FF2B5EF4-FFF2-40B4-BE49-F238E27FC236}">
                <a16:creationId xmlns:a16="http://schemas.microsoft.com/office/drawing/2014/main" id="{04CF8875-3B43-456D-9CC0-33FC090EB018}"/>
              </a:ext>
            </a:extLst>
          </p:cNvPr>
          <p:cNvSpPr>
            <a:spLocks noGrp="1"/>
          </p:cNvSpPr>
          <p:nvPr/>
        </p:nvSpPr>
        <p:spPr>
          <a:xfrm>
            <a:off x="704850" y="1038225"/>
            <a:ext cx="10001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650" b="0">
                <a:solidFill>
                  <a:srgbClr val="64737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4737B"/>
                </a:solidFill>
                <a:latin typeface="Arial"/>
                <a:ea typeface="Arial"/>
                <a:cs typeface="Arial"/>
              </a:rPr>
              <a:t>Каждый этап заканчивается понятным результатом</a:t>
            </a:r>
          </a:p>
        </p:txBody>
      </p:sp>
      <p:sp>
        <p:nvSpPr>
          <p:cNvPr id="3" name="progress-1">
            <a:extLst>
              <a:ext uri="{FF2B5EF4-FFF2-40B4-BE49-F238E27FC236}">
                <a16:creationId xmlns:a16="http://schemas.microsoft.com/office/drawing/2014/main" id="{B8B89C4E-084F-48EF-A14B-1840C996B81F}"/>
              </a:ext>
            </a:extLst>
          </p:cNvPr>
          <p:cNvSpPr>
            <a:spLocks noGrp="1"/>
          </p:cNvSpPr>
          <p:nvPr/>
        </p:nvSpPr>
        <p:spPr>
          <a:xfrm>
            <a:off x="685800" y="1438275"/>
            <a:ext cx="1739900" cy="57150"/>
          </a:xfrm>
          <a:prstGeom prst="roundRect">
            <a:avLst>
              <a:gd name="adj" fmla="val 50000"/>
            </a:avLst>
          </a:prstGeom>
          <a:solidFill>
            <a:srgbClr val="E9785B"/>
          </a:solidFill>
          <a:ln w="0">
            <a:noFill/>
            <a:prstDash val="solid"/>
          </a:ln>
        </p:spPr>
      </p:sp>
      <p:sp>
        <p:nvSpPr>
          <p:cNvPr id="4" name="progress-2">
            <a:extLst>
              <a:ext uri="{FF2B5EF4-FFF2-40B4-BE49-F238E27FC236}">
                <a16:creationId xmlns:a16="http://schemas.microsoft.com/office/drawing/2014/main" id="{CF3A9201-8D13-4727-B316-FEC5E109F136}"/>
              </a:ext>
            </a:extLst>
          </p:cNvPr>
          <p:cNvSpPr>
            <a:spLocks noGrp="1"/>
          </p:cNvSpPr>
          <p:nvPr/>
        </p:nvSpPr>
        <p:spPr>
          <a:xfrm>
            <a:off x="2501900" y="1438275"/>
            <a:ext cx="1739900" cy="57150"/>
          </a:xfrm>
          <a:prstGeom prst="roundRect">
            <a:avLst>
              <a:gd name="adj" fmla="val 50000"/>
            </a:avLst>
          </a:prstGeom>
          <a:solidFill>
            <a:srgbClr val="E8B04A"/>
          </a:solidFill>
          <a:ln w="0">
            <a:noFill/>
            <a:prstDash val="solid"/>
          </a:ln>
        </p:spPr>
      </p:sp>
      <p:sp>
        <p:nvSpPr>
          <p:cNvPr id="5" name="progress-3">
            <a:extLst>
              <a:ext uri="{FF2B5EF4-FFF2-40B4-BE49-F238E27FC236}">
                <a16:creationId xmlns:a16="http://schemas.microsoft.com/office/drawing/2014/main" id="{CCF03DCB-3DCA-4B2C-948B-BDDBFE9DCABF}"/>
              </a:ext>
            </a:extLst>
          </p:cNvPr>
          <p:cNvSpPr>
            <a:spLocks noGrp="1"/>
          </p:cNvSpPr>
          <p:nvPr/>
        </p:nvSpPr>
        <p:spPr>
          <a:xfrm>
            <a:off x="4318000" y="1438275"/>
            <a:ext cx="1739900" cy="57150"/>
          </a:xfrm>
          <a:prstGeom prst="roundRect">
            <a:avLst>
              <a:gd name="adj" fmla="val 50000"/>
            </a:avLst>
          </a:prstGeom>
          <a:solidFill>
            <a:srgbClr val="75A9C2"/>
          </a:solidFill>
          <a:ln w="0">
            <a:noFill/>
            <a:prstDash val="solid"/>
          </a:ln>
        </p:spPr>
      </p:sp>
      <p:sp>
        <p:nvSpPr>
          <p:cNvPr id="6" name="progress-4">
            <a:extLst>
              <a:ext uri="{FF2B5EF4-FFF2-40B4-BE49-F238E27FC236}">
                <a16:creationId xmlns:a16="http://schemas.microsoft.com/office/drawing/2014/main" id="{09B23422-0695-4E5C-8C09-28FA6054AC4B}"/>
              </a:ext>
            </a:extLst>
          </p:cNvPr>
          <p:cNvSpPr>
            <a:spLocks noGrp="1"/>
          </p:cNvSpPr>
          <p:nvPr/>
        </p:nvSpPr>
        <p:spPr>
          <a:xfrm>
            <a:off x="6134100" y="1438275"/>
            <a:ext cx="1739900" cy="57150"/>
          </a:xfrm>
          <a:prstGeom prst="roundRect">
            <a:avLst>
              <a:gd name="adj" fmla="val 50000"/>
            </a:avLst>
          </a:prstGeom>
          <a:solidFill>
            <a:srgbClr val="3B8C88"/>
          </a:solidFill>
          <a:ln w="0">
            <a:noFill/>
            <a:prstDash val="solid"/>
          </a:ln>
        </p:spPr>
      </p:sp>
      <p:sp>
        <p:nvSpPr>
          <p:cNvPr id="7" name="progress-5">
            <a:extLst>
              <a:ext uri="{FF2B5EF4-FFF2-40B4-BE49-F238E27FC236}">
                <a16:creationId xmlns:a16="http://schemas.microsoft.com/office/drawing/2014/main" id="{5BB82288-9E34-4D28-8BE8-3A852A551238}"/>
              </a:ext>
            </a:extLst>
          </p:cNvPr>
          <p:cNvSpPr>
            <a:spLocks noGrp="1"/>
          </p:cNvSpPr>
          <p:nvPr/>
        </p:nvSpPr>
        <p:spPr>
          <a:xfrm>
            <a:off x="7950200" y="1438275"/>
            <a:ext cx="1739900" cy="57150"/>
          </a:xfrm>
          <a:prstGeom prst="roundRect">
            <a:avLst>
              <a:gd name="adj" fmla="val 50000"/>
            </a:avLst>
          </a:prstGeom>
          <a:solidFill>
            <a:srgbClr val="6FAE80"/>
          </a:solidFill>
          <a:ln w="0">
            <a:noFill/>
            <a:prstDash val="solid"/>
          </a:ln>
        </p:spPr>
      </p:sp>
      <p:sp>
        <p:nvSpPr>
          <p:cNvPr id="8" name="progress-6">
            <a:extLst>
              <a:ext uri="{FF2B5EF4-FFF2-40B4-BE49-F238E27FC236}">
                <a16:creationId xmlns:a16="http://schemas.microsoft.com/office/drawing/2014/main" id="{EA1EB562-95B6-4633-8626-F6F167DD31F0}"/>
              </a:ext>
            </a:extLst>
          </p:cNvPr>
          <p:cNvSpPr>
            <a:spLocks noGrp="1"/>
          </p:cNvSpPr>
          <p:nvPr/>
        </p:nvSpPr>
        <p:spPr>
          <a:xfrm>
            <a:off x="9766300" y="1438275"/>
            <a:ext cx="1739900" cy="57150"/>
          </a:xfrm>
          <a:prstGeom prst="roundRect">
            <a:avLst>
              <a:gd name="adj" fmla="val 50000"/>
            </a:avLst>
          </a:prstGeom>
          <a:solidFill>
            <a:srgbClr val="375C6D"/>
          </a:solidFill>
          <a:ln w="0">
            <a:noFill/>
            <a:prstDash val="solid"/>
          </a:ln>
        </p:spPr>
      </p:sp>
      <p:sp>
        <p:nvSpPr>
          <p:cNvPr id="9" name="overview-route-0">
            <a:extLst>
              <a:ext uri="{FF2B5EF4-FFF2-40B4-BE49-F238E27FC236}">
                <a16:creationId xmlns:a16="http://schemas.microsoft.com/office/drawing/2014/main" id="{F158E073-3E9E-463E-8F80-8603D37F44AA}"/>
              </a:ext>
            </a:extLst>
          </p:cNvPr>
          <p:cNvSpPr>
            <a:spLocks noGrp="1"/>
          </p:cNvSpPr>
          <p:nvPr/>
        </p:nvSpPr>
        <p:spPr>
          <a:xfrm>
            <a:off x="1162050" y="2552700"/>
            <a:ext cx="1981200" cy="9525"/>
          </a:xfrm>
          <a:prstGeom prst="line">
            <a:avLst/>
          </a:prstGeom>
          <a:noFill/>
          <a:ln w="38100">
            <a:solidFill>
              <a:srgbClr val="91A3A5"/>
            </a:solidFill>
            <a:prstDash val="solid"/>
          </a:ln>
        </p:spPr>
      </p:sp>
      <p:sp>
        <p:nvSpPr>
          <p:cNvPr id="10" name="overview-route-1">
            <a:extLst>
              <a:ext uri="{FF2B5EF4-FFF2-40B4-BE49-F238E27FC236}">
                <a16:creationId xmlns:a16="http://schemas.microsoft.com/office/drawing/2014/main" id="{DAB6450D-2437-499F-81CB-5DDEC7F97BE6}"/>
              </a:ext>
            </a:extLst>
          </p:cNvPr>
          <p:cNvSpPr>
            <a:spLocks noGrp="1"/>
          </p:cNvSpPr>
          <p:nvPr/>
        </p:nvSpPr>
        <p:spPr>
          <a:xfrm>
            <a:off x="3143250" y="2552700"/>
            <a:ext cx="1981200" cy="9525"/>
          </a:xfrm>
          <a:prstGeom prst="line">
            <a:avLst/>
          </a:prstGeom>
          <a:noFill/>
          <a:ln w="38100">
            <a:solidFill>
              <a:srgbClr val="91A3A5"/>
            </a:solidFill>
            <a:prstDash val="solid"/>
          </a:ln>
        </p:spPr>
      </p:sp>
      <p:sp>
        <p:nvSpPr>
          <p:cNvPr id="11" name="overview-route-2">
            <a:extLst>
              <a:ext uri="{FF2B5EF4-FFF2-40B4-BE49-F238E27FC236}">
                <a16:creationId xmlns:a16="http://schemas.microsoft.com/office/drawing/2014/main" id="{30CFCCBE-7BAE-46BA-AFEA-E21B277EC640}"/>
              </a:ext>
            </a:extLst>
          </p:cNvPr>
          <p:cNvSpPr>
            <a:spLocks noGrp="1"/>
          </p:cNvSpPr>
          <p:nvPr/>
        </p:nvSpPr>
        <p:spPr>
          <a:xfrm>
            <a:off x="5124450" y="2552700"/>
            <a:ext cx="1981200" cy="9525"/>
          </a:xfrm>
          <a:prstGeom prst="line">
            <a:avLst/>
          </a:prstGeom>
          <a:noFill/>
          <a:ln w="38100">
            <a:solidFill>
              <a:srgbClr val="91A3A5"/>
            </a:solidFill>
            <a:prstDash val="solid"/>
          </a:ln>
        </p:spPr>
      </p:sp>
      <p:sp>
        <p:nvSpPr>
          <p:cNvPr id="12" name="overview-route-3">
            <a:extLst>
              <a:ext uri="{FF2B5EF4-FFF2-40B4-BE49-F238E27FC236}">
                <a16:creationId xmlns:a16="http://schemas.microsoft.com/office/drawing/2014/main" id="{3041C5B0-A8BD-4778-9352-6292EF16D584}"/>
              </a:ext>
            </a:extLst>
          </p:cNvPr>
          <p:cNvSpPr>
            <a:spLocks noGrp="1"/>
          </p:cNvSpPr>
          <p:nvPr/>
        </p:nvSpPr>
        <p:spPr>
          <a:xfrm>
            <a:off x="7105650" y="2552700"/>
            <a:ext cx="1981200" cy="9525"/>
          </a:xfrm>
          <a:prstGeom prst="line">
            <a:avLst/>
          </a:prstGeom>
          <a:noFill/>
          <a:ln w="38100">
            <a:solidFill>
              <a:srgbClr val="91A3A5"/>
            </a:solidFill>
            <a:prstDash val="solid"/>
          </a:ln>
        </p:spPr>
      </p:sp>
      <p:sp>
        <p:nvSpPr>
          <p:cNvPr id="13" name="overview-route-4">
            <a:extLst>
              <a:ext uri="{FF2B5EF4-FFF2-40B4-BE49-F238E27FC236}">
                <a16:creationId xmlns:a16="http://schemas.microsoft.com/office/drawing/2014/main" id="{0B2B632A-FD51-4E5F-BB26-5B43CDAB64A0}"/>
              </a:ext>
            </a:extLst>
          </p:cNvPr>
          <p:cNvSpPr>
            <a:spLocks noGrp="1"/>
          </p:cNvSpPr>
          <p:nvPr/>
        </p:nvSpPr>
        <p:spPr>
          <a:xfrm>
            <a:off x="9086850" y="2552700"/>
            <a:ext cx="1981200" cy="9525"/>
          </a:xfrm>
          <a:prstGeom prst="line">
            <a:avLst/>
          </a:prstGeom>
          <a:noFill/>
          <a:ln w="38100">
            <a:solidFill>
              <a:srgbClr val="91A3A5"/>
            </a:solidFill>
            <a:prstDash val="solid"/>
          </a:ln>
        </p:spPr>
      </p:sp>
      <p:sp>
        <p:nvSpPr>
          <p:cNvPr id="14" name="overview-01-node">
            <a:extLst>
              <a:ext uri="{FF2B5EF4-FFF2-40B4-BE49-F238E27FC236}">
                <a16:creationId xmlns:a16="http://schemas.microsoft.com/office/drawing/2014/main" id="{A173F965-7F9F-4614-8DF4-465D0C97B2AC}"/>
              </a:ext>
            </a:extLst>
          </p:cNvPr>
          <p:cNvSpPr>
            <a:spLocks noGrp="1"/>
          </p:cNvSpPr>
          <p:nvPr/>
        </p:nvSpPr>
        <p:spPr>
          <a:xfrm>
            <a:off x="847725" y="2238375"/>
            <a:ext cx="628650" cy="62865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E9785B"/>
            </a:solidFill>
            <a:prstDash val="solid"/>
          </a:ln>
        </p:spPr>
      </p:sp>
      <p:sp>
        <p:nvSpPr>
          <p:cNvPr id="15" name="overview-01-number">
            <a:extLst>
              <a:ext uri="{FF2B5EF4-FFF2-40B4-BE49-F238E27FC236}">
                <a16:creationId xmlns:a16="http://schemas.microsoft.com/office/drawing/2014/main" id="{351B694E-390F-4F6B-98C1-7FE45D092DC6}"/>
              </a:ext>
            </a:extLst>
          </p:cNvPr>
          <p:cNvSpPr>
            <a:spLocks noGrp="1"/>
          </p:cNvSpPr>
          <p:nvPr/>
        </p:nvSpPr>
        <p:spPr>
          <a:xfrm>
            <a:off x="876300" y="2409825"/>
            <a:ext cx="571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500" b="1">
                <a:solidFill>
                  <a:srgbClr val="E9785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9785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6" name="overview-01-label">
            <a:extLst>
              <a:ext uri="{FF2B5EF4-FFF2-40B4-BE49-F238E27FC236}">
                <a16:creationId xmlns:a16="http://schemas.microsoft.com/office/drawing/2014/main" id="{04AE355F-2AE4-4DF2-9B42-73D862F2152D}"/>
              </a:ext>
            </a:extLst>
          </p:cNvPr>
          <p:cNvSpPr>
            <a:spLocks noGrp="1"/>
          </p:cNvSpPr>
          <p:nvPr/>
        </p:nvSpPr>
        <p:spPr>
          <a:xfrm>
            <a:off x="285750" y="2962275"/>
            <a:ext cx="1752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725" b="1">
                <a:solidFill>
                  <a:srgbClr val="2031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0313A"/>
                </a:solidFill>
                <a:latin typeface="Arial"/>
                <a:ea typeface="Arial"/>
                <a:cs typeface="Arial"/>
              </a:rPr>
              <a:t>Идея</a:t>
            </a:r>
          </a:p>
        </p:txBody>
      </p:sp>
      <p:sp>
        <p:nvSpPr>
          <p:cNvPr id="17" name="overview-01-result-label">
            <a:extLst>
              <a:ext uri="{FF2B5EF4-FFF2-40B4-BE49-F238E27FC236}">
                <a16:creationId xmlns:a16="http://schemas.microsoft.com/office/drawing/2014/main" id="{518BCE54-11A9-47B4-8C89-61D61A467BDA}"/>
              </a:ext>
            </a:extLst>
          </p:cNvPr>
          <p:cNvSpPr>
            <a:spLocks noGrp="1"/>
          </p:cNvSpPr>
          <p:nvPr/>
        </p:nvSpPr>
        <p:spPr>
          <a:xfrm>
            <a:off x="381000" y="3543300"/>
            <a:ext cx="1562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500" b="0">
                <a:solidFill>
                  <a:srgbClr val="64737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4737B"/>
                </a:solidFill>
                <a:latin typeface="Arial"/>
                <a:ea typeface="Arial"/>
                <a:cs typeface="Arial"/>
              </a:rPr>
              <a:t>Результат этапа</a:t>
            </a:r>
          </a:p>
        </p:txBody>
      </p:sp>
      <p:sp>
        <p:nvSpPr>
          <p:cNvPr id="18" name="overview-01-line-1">
            <a:extLst>
              <a:ext uri="{FF2B5EF4-FFF2-40B4-BE49-F238E27FC236}">
                <a16:creationId xmlns:a16="http://schemas.microsoft.com/office/drawing/2014/main" id="{7B5F9D7E-9F60-4E8C-9CC7-18BDEF72C501}"/>
              </a:ext>
            </a:extLst>
          </p:cNvPr>
          <p:cNvSpPr>
            <a:spLocks noGrp="1"/>
          </p:cNvSpPr>
          <p:nvPr/>
        </p:nvSpPr>
        <p:spPr>
          <a:xfrm>
            <a:off x="476250" y="4000500"/>
            <a:ext cx="1371600" cy="9525"/>
          </a:xfrm>
          <a:prstGeom prst="line">
            <a:avLst/>
          </a:prstGeom>
          <a:noFill/>
          <a:ln w="19050">
            <a:solidFill>
              <a:srgbClr val="DCE4E4"/>
            </a:solidFill>
            <a:prstDash val="solid"/>
          </a:ln>
        </p:spPr>
      </p:sp>
      <p:sp>
        <p:nvSpPr>
          <p:cNvPr id="19" name="overview-01-line-2">
            <a:extLst>
              <a:ext uri="{FF2B5EF4-FFF2-40B4-BE49-F238E27FC236}">
                <a16:creationId xmlns:a16="http://schemas.microsoft.com/office/drawing/2014/main" id="{928B0E32-EACC-47CE-BC53-B812E74A9C81}"/>
              </a:ext>
            </a:extLst>
          </p:cNvPr>
          <p:cNvSpPr>
            <a:spLocks noGrp="1"/>
          </p:cNvSpPr>
          <p:nvPr/>
        </p:nvSpPr>
        <p:spPr>
          <a:xfrm>
            <a:off x="476250" y="4343400"/>
            <a:ext cx="1371600" cy="9525"/>
          </a:xfrm>
          <a:prstGeom prst="line">
            <a:avLst/>
          </a:prstGeom>
          <a:noFill/>
          <a:ln w="19050">
            <a:solidFill>
              <a:srgbClr val="DCE4E4"/>
            </a:solidFill>
            <a:prstDash val="solid"/>
          </a:ln>
        </p:spPr>
      </p:sp>
      <p:sp>
        <p:nvSpPr>
          <p:cNvPr id="20" name="overview-02-node">
            <a:extLst>
              <a:ext uri="{FF2B5EF4-FFF2-40B4-BE49-F238E27FC236}">
                <a16:creationId xmlns:a16="http://schemas.microsoft.com/office/drawing/2014/main" id="{0265E78A-44D9-47D6-814C-DD1E2B27B508}"/>
              </a:ext>
            </a:extLst>
          </p:cNvPr>
          <p:cNvSpPr>
            <a:spLocks noGrp="1"/>
          </p:cNvSpPr>
          <p:nvPr/>
        </p:nvSpPr>
        <p:spPr>
          <a:xfrm>
            <a:off x="2828925" y="2238375"/>
            <a:ext cx="628650" cy="62865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E8B04A"/>
            </a:solidFill>
            <a:prstDash val="solid"/>
          </a:ln>
        </p:spPr>
      </p:sp>
      <p:sp>
        <p:nvSpPr>
          <p:cNvPr id="21" name="overview-02-number">
            <a:extLst>
              <a:ext uri="{FF2B5EF4-FFF2-40B4-BE49-F238E27FC236}">
                <a16:creationId xmlns:a16="http://schemas.microsoft.com/office/drawing/2014/main" id="{06CCCF69-9675-4E5F-96FF-657C29D2ED2B}"/>
              </a:ext>
            </a:extLst>
          </p:cNvPr>
          <p:cNvSpPr>
            <a:spLocks noGrp="1"/>
          </p:cNvSpPr>
          <p:nvPr/>
        </p:nvSpPr>
        <p:spPr>
          <a:xfrm>
            <a:off x="2857500" y="2409825"/>
            <a:ext cx="571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500" b="1">
                <a:solidFill>
                  <a:srgbClr val="E8B04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8B04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2" name="overview-02-label">
            <a:extLst>
              <a:ext uri="{FF2B5EF4-FFF2-40B4-BE49-F238E27FC236}">
                <a16:creationId xmlns:a16="http://schemas.microsoft.com/office/drawing/2014/main" id="{B779FAE3-31A4-40E8-BBF0-E14BB6C5DF1A}"/>
              </a:ext>
            </a:extLst>
          </p:cNvPr>
          <p:cNvSpPr>
            <a:spLocks noGrp="1"/>
          </p:cNvSpPr>
          <p:nvPr/>
        </p:nvSpPr>
        <p:spPr>
          <a:xfrm>
            <a:off x="2266950" y="2962275"/>
            <a:ext cx="1752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725" b="1">
                <a:solidFill>
                  <a:srgbClr val="2031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0313A"/>
                </a:solidFill>
                <a:latin typeface="Arial"/>
                <a:ea typeface="Arial"/>
                <a:cs typeface="Arial"/>
              </a:rPr>
              <a:t>План</a:t>
            </a:r>
          </a:p>
        </p:txBody>
      </p:sp>
      <p:sp>
        <p:nvSpPr>
          <p:cNvPr id="23" name="overview-02-result-label">
            <a:extLst>
              <a:ext uri="{FF2B5EF4-FFF2-40B4-BE49-F238E27FC236}">
                <a16:creationId xmlns:a16="http://schemas.microsoft.com/office/drawing/2014/main" id="{2D79D881-9A54-450B-860C-81755A7291B7}"/>
              </a:ext>
            </a:extLst>
          </p:cNvPr>
          <p:cNvSpPr>
            <a:spLocks noGrp="1"/>
          </p:cNvSpPr>
          <p:nvPr/>
        </p:nvSpPr>
        <p:spPr>
          <a:xfrm>
            <a:off x="2362200" y="3543300"/>
            <a:ext cx="1562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500" b="0">
                <a:solidFill>
                  <a:srgbClr val="64737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4737B"/>
                </a:solidFill>
                <a:latin typeface="Arial"/>
                <a:ea typeface="Arial"/>
                <a:cs typeface="Arial"/>
              </a:rPr>
              <a:t>Результат этапа</a:t>
            </a:r>
          </a:p>
        </p:txBody>
      </p:sp>
      <p:sp>
        <p:nvSpPr>
          <p:cNvPr id="24" name="overview-02-line-1">
            <a:extLst>
              <a:ext uri="{FF2B5EF4-FFF2-40B4-BE49-F238E27FC236}">
                <a16:creationId xmlns:a16="http://schemas.microsoft.com/office/drawing/2014/main" id="{EB4A8767-7263-4D74-B396-A4FDD0EC2116}"/>
              </a:ext>
            </a:extLst>
          </p:cNvPr>
          <p:cNvSpPr>
            <a:spLocks noGrp="1"/>
          </p:cNvSpPr>
          <p:nvPr/>
        </p:nvSpPr>
        <p:spPr>
          <a:xfrm>
            <a:off x="2457450" y="4000500"/>
            <a:ext cx="1371600" cy="9525"/>
          </a:xfrm>
          <a:prstGeom prst="line">
            <a:avLst/>
          </a:prstGeom>
          <a:noFill/>
          <a:ln w="19050">
            <a:solidFill>
              <a:srgbClr val="DCE4E4"/>
            </a:solidFill>
            <a:prstDash val="solid"/>
          </a:ln>
        </p:spPr>
      </p:sp>
      <p:sp>
        <p:nvSpPr>
          <p:cNvPr id="25" name="overview-02-line-2">
            <a:extLst>
              <a:ext uri="{FF2B5EF4-FFF2-40B4-BE49-F238E27FC236}">
                <a16:creationId xmlns:a16="http://schemas.microsoft.com/office/drawing/2014/main" id="{FF7E15EF-77F5-4E2E-81B7-87ACABB2C6AA}"/>
              </a:ext>
            </a:extLst>
          </p:cNvPr>
          <p:cNvSpPr>
            <a:spLocks noGrp="1"/>
          </p:cNvSpPr>
          <p:nvPr/>
        </p:nvSpPr>
        <p:spPr>
          <a:xfrm>
            <a:off x="2457450" y="4343400"/>
            <a:ext cx="1371600" cy="9525"/>
          </a:xfrm>
          <a:prstGeom prst="line">
            <a:avLst/>
          </a:prstGeom>
          <a:noFill/>
          <a:ln w="19050">
            <a:solidFill>
              <a:srgbClr val="DCE4E4"/>
            </a:solidFill>
            <a:prstDash val="solid"/>
          </a:ln>
        </p:spPr>
      </p:sp>
      <p:sp>
        <p:nvSpPr>
          <p:cNvPr id="26" name="overview-03-node">
            <a:extLst>
              <a:ext uri="{FF2B5EF4-FFF2-40B4-BE49-F238E27FC236}">
                <a16:creationId xmlns:a16="http://schemas.microsoft.com/office/drawing/2014/main" id="{4D9E9290-7C5D-4AFA-B753-4CBB1C3770D3}"/>
              </a:ext>
            </a:extLst>
          </p:cNvPr>
          <p:cNvSpPr>
            <a:spLocks noGrp="1"/>
          </p:cNvSpPr>
          <p:nvPr/>
        </p:nvSpPr>
        <p:spPr>
          <a:xfrm>
            <a:off x="4810125" y="2238375"/>
            <a:ext cx="628650" cy="62865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75A9C2"/>
            </a:solidFill>
            <a:prstDash val="solid"/>
          </a:ln>
        </p:spPr>
      </p:sp>
      <p:sp>
        <p:nvSpPr>
          <p:cNvPr id="27" name="overview-03-number">
            <a:extLst>
              <a:ext uri="{FF2B5EF4-FFF2-40B4-BE49-F238E27FC236}">
                <a16:creationId xmlns:a16="http://schemas.microsoft.com/office/drawing/2014/main" id="{BE09B257-1E49-4441-B84A-2F14DBBB0305}"/>
              </a:ext>
            </a:extLst>
          </p:cNvPr>
          <p:cNvSpPr>
            <a:spLocks noGrp="1"/>
          </p:cNvSpPr>
          <p:nvPr/>
        </p:nvSpPr>
        <p:spPr>
          <a:xfrm>
            <a:off x="4838700" y="2409825"/>
            <a:ext cx="571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500" b="1">
                <a:solidFill>
                  <a:srgbClr val="75A9C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5A9C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8" name="overview-03-label">
            <a:extLst>
              <a:ext uri="{FF2B5EF4-FFF2-40B4-BE49-F238E27FC236}">
                <a16:creationId xmlns:a16="http://schemas.microsoft.com/office/drawing/2014/main" id="{DAA3C553-ACDC-408B-83F2-1E67E4967A5D}"/>
              </a:ext>
            </a:extLst>
          </p:cNvPr>
          <p:cNvSpPr>
            <a:spLocks noGrp="1"/>
          </p:cNvSpPr>
          <p:nvPr/>
        </p:nvSpPr>
        <p:spPr>
          <a:xfrm>
            <a:off x="4248150" y="2962275"/>
            <a:ext cx="1752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725" b="1">
                <a:solidFill>
                  <a:srgbClr val="2031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0313A"/>
                </a:solidFill>
                <a:latin typeface="Arial"/>
                <a:ea typeface="Arial"/>
                <a:cs typeface="Arial"/>
              </a:rPr>
              <a:t>Подготовка</a:t>
            </a:r>
          </a:p>
        </p:txBody>
      </p:sp>
      <p:sp>
        <p:nvSpPr>
          <p:cNvPr id="29" name="overview-03-result-label">
            <a:extLst>
              <a:ext uri="{FF2B5EF4-FFF2-40B4-BE49-F238E27FC236}">
                <a16:creationId xmlns:a16="http://schemas.microsoft.com/office/drawing/2014/main" id="{71D26060-4B9A-447E-9EFA-12C8CC198461}"/>
              </a:ext>
            </a:extLst>
          </p:cNvPr>
          <p:cNvSpPr>
            <a:spLocks noGrp="1"/>
          </p:cNvSpPr>
          <p:nvPr/>
        </p:nvSpPr>
        <p:spPr>
          <a:xfrm>
            <a:off x="4343400" y="3543300"/>
            <a:ext cx="1562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500" b="0">
                <a:solidFill>
                  <a:srgbClr val="64737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4737B"/>
                </a:solidFill>
                <a:latin typeface="Arial"/>
                <a:ea typeface="Arial"/>
                <a:cs typeface="Arial"/>
              </a:rPr>
              <a:t>Результат этапа</a:t>
            </a:r>
          </a:p>
        </p:txBody>
      </p:sp>
      <p:sp>
        <p:nvSpPr>
          <p:cNvPr id="30" name="overview-03-line-1">
            <a:extLst>
              <a:ext uri="{FF2B5EF4-FFF2-40B4-BE49-F238E27FC236}">
                <a16:creationId xmlns:a16="http://schemas.microsoft.com/office/drawing/2014/main" id="{85584768-9D80-48BC-BF48-28F22DFFC527}"/>
              </a:ext>
            </a:extLst>
          </p:cNvPr>
          <p:cNvSpPr>
            <a:spLocks noGrp="1"/>
          </p:cNvSpPr>
          <p:nvPr/>
        </p:nvSpPr>
        <p:spPr>
          <a:xfrm>
            <a:off x="4438650" y="4000500"/>
            <a:ext cx="1371600" cy="9525"/>
          </a:xfrm>
          <a:prstGeom prst="line">
            <a:avLst/>
          </a:prstGeom>
          <a:noFill/>
          <a:ln w="19050">
            <a:solidFill>
              <a:srgbClr val="DCE4E4"/>
            </a:solidFill>
            <a:prstDash val="solid"/>
          </a:ln>
        </p:spPr>
      </p:sp>
      <p:sp>
        <p:nvSpPr>
          <p:cNvPr id="31" name="overview-03-line-2">
            <a:extLst>
              <a:ext uri="{FF2B5EF4-FFF2-40B4-BE49-F238E27FC236}">
                <a16:creationId xmlns:a16="http://schemas.microsoft.com/office/drawing/2014/main" id="{5B9E8F72-AA33-4F29-9998-066C354F8487}"/>
              </a:ext>
            </a:extLst>
          </p:cNvPr>
          <p:cNvSpPr>
            <a:spLocks noGrp="1"/>
          </p:cNvSpPr>
          <p:nvPr/>
        </p:nvSpPr>
        <p:spPr>
          <a:xfrm>
            <a:off x="4438650" y="4343400"/>
            <a:ext cx="1371600" cy="9525"/>
          </a:xfrm>
          <a:prstGeom prst="line">
            <a:avLst/>
          </a:prstGeom>
          <a:noFill/>
          <a:ln w="19050">
            <a:solidFill>
              <a:srgbClr val="DCE4E4"/>
            </a:solidFill>
            <a:prstDash val="solid"/>
          </a:ln>
        </p:spPr>
      </p:sp>
      <p:sp>
        <p:nvSpPr>
          <p:cNvPr id="32" name="overview-04-node">
            <a:extLst>
              <a:ext uri="{FF2B5EF4-FFF2-40B4-BE49-F238E27FC236}">
                <a16:creationId xmlns:a16="http://schemas.microsoft.com/office/drawing/2014/main" id="{851AAD8A-D5E5-4CFB-907B-FE3483E9CDE5}"/>
              </a:ext>
            </a:extLst>
          </p:cNvPr>
          <p:cNvSpPr>
            <a:spLocks noGrp="1"/>
          </p:cNvSpPr>
          <p:nvPr/>
        </p:nvSpPr>
        <p:spPr>
          <a:xfrm>
            <a:off x="6791325" y="2238375"/>
            <a:ext cx="628650" cy="62865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3B8C88"/>
            </a:solidFill>
            <a:prstDash val="solid"/>
          </a:ln>
        </p:spPr>
      </p:sp>
      <p:sp>
        <p:nvSpPr>
          <p:cNvPr id="33" name="overview-04-number">
            <a:extLst>
              <a:ext uri="{FF2B5EF4-FFF2-40B4-BE49-F238E27FC236}">
                <a16:creationId xmlns:a16="http://schemas.microsoft.com/office/drawing/2014/main" id="{C9F2452D-B021-464E-A65D-2D62F1338BFD}"/>
              </a:ext>
            </a:extLst>
          </p:cNvPr>
          <p:cNvSpPr>
            <a:spLocks noGrp="1"/>
          </p:cNvSpPr>
          <p:nvPr/>
        </p:nvSpPr>
        <p:spPr>
          <a:xfrm>
            <a:off x="6819900" y="2409825"/>
            <a:ext cx="571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500" b="1">
                <a:solidFill>
                  <a:srgbClr val="3B8C8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B8C8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4" name="overview-04-label">
            <a:extLst>
              <a:ext uri="{FF2B5EF4-FFF2-40B4-BE49-F238E27FC236}">
                <a16:creationId xmlns:a16="http://schemas.microsoft.com/office/drawing/2014/main" id="{BA842940-E0E0-4160-A0E8-A7EEFDFF1911}"/>
              </a:ext>
            </a:extLst>
          </p:cNvPr>
          <p:cNvSpPr>
            <a:spLocks noGrp="1"/>
          </p:cNvSpPr>
          <p:nvPr/>
        </p:nvSpPr>
        <p:spPr>
          <a:xfrm>
            <a:off x="6229350" y="2962275"/>
            <a:ext cx="1752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725" b="1">
                <a:solidFill>
                  <a:srgbClr val="2031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0313A"/>
                </a:solidFill>
                <a:latin typeface="Arial"/>
                <a:ea typeface="Arial"/>
                <a:cs typeface="Arial"/>
              </a:rPr>
              <a:t>Реализация</a:t>
            </a:r>
          </a:p>
        </p:txBody>
      </p:sp>
      <p:sp>
        <p:nvSpPr>
          <p:cNvPr id="35" name="overview-04-result-label">
            <a:extLst>
              <a:ext uri="{FF2B5EF4-FFF2-40B4-BE49-F238E27FC236}">
                <a16:creationId xmlns:a16="http://schemas.microsoft.com/office/drawing/2014/main" id="{53D7347F-8BF9-4976-B5B5-F0C4BCDF8F5A}"/>
              </a:ext>
            </a:extLst>
          </p:cNvPr>
          <p:cNvSpPr>
            <a:spLocks noGrp="1"/>
          </p:cNvSpPr>
          <p:nvPr/>
        </p:nvSpPr>
        <p:spPr>
          <a:xfrm>
            <a:off x="6324600" y="3543300"/>
            <a:ext cx="1562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500" b="0">
                <a:solidFill>
                  <a:srgbClr val="64737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4737B"/>
                </a:solidFill>
                <a:latin typeface="Arial"/>
                <a:ea typeface="Arial"/>
                <a:cs typeface="Arial"/>
              </a:rPr>
              <a:t>Результат этапа</a:t>
            </a:r>
          </a:p>
        </p:txBody>
      </p:sp>
      <p:sp>
        <p:nvSpPr>
          <p:cNvPr id="36" name="overview-04-line-1">
            <a:extLst>
              <a:ext uri="{FF2B5EF4-FFF2-40B4-BE49-F238E27FC236}">
                <a16:creationId xmlns:a16="http://schemas.microsoft.com/office/drawing/2014/main" id="{BF5B712C-43CC-4241-A898-29ADD52F278C}"/>
              </a:ext>
            </a:extLst>
          </p:cNvPr>
          <p:cNvSpPr>
            <a:spLocks noGrp="1"/>
          </p:cNvSpPr>
          <p:nvPr/>
        </p:nvSpPr>
        <p:spPr>
          <a:xfrm>
            <a:off x="6419850" y="4000500"/>
            <a:ext cx="1371600" cy="9525"/>
          </a:xfrm>
          <a:prstGeom prst="line">
            <a:avLst/>
          </a:prstGeom>
          <a:noFill/>
          <a:ln w="19050">
            <a:solidFill>
              <a:srgbClr val="DCE4E4"/>
            </a:solidFill>
            <a:prstDash val="solid"/>
          </a:ln>
        </p:spPr>
      </p:sp>
      <p:sp>
        <p:nvSpPr>
          <p:cNvPr id="37" name="overview-04-line-2">
            <a:extLst>
              <a:ext uri="{FF2B5EF4-FFF2-40B4-BE49-F238E27FC236}">
                <a16:creationId xmlns:a16="http://schemas.microsoft.com/office/drawing/2014/main" id="{30E96C62-D907-4D02-AC1D-F0F062FB09FA}"/>
              </a:ext>
            </a:extLst>
          </p:cNvPr>
          <p:cNvSpPr>
            <a:spLocks noGrp="1"/>
          </p:cNvSpPr>
          <p:nvPr/>
        </p:nvSpPr>
        <p:spPr>
          <a:xfrm>
            <a:off x="6419850" y="4343400"/>
            <a:ext cx="1371600" cy="9525"/>
          </a:xfrm>
          <a:prstGeom prst="line">
            <a:avLst/>
          </a:prstGeom>
          <a:noFill/>
          <a:ln w="19050">
            <a:solidFill>
              <a:srgbClr val="DCE4E4"/>
            </a:solidFill>
            <a:prstDash val="solid"/>
          </a:ln>
        </p:spPr>
      </p:sp>
      <p:sp>
        <p:nvSpPr>
          <p:cNvPr id="38" name="overview-05-node">
            <a:extLst>
              <a:ext uri="{FF2B5EF4-FFF2-40B4-BE49-F238E27FC236}">
                <a16:creationId xmlns:a16="http://schemas.microsoft.com/office/drawing/2014/main" id="{38D0E5A3-26B2-4914-B9A9-6258718FAD83}"/>
              </a:ext>
            </a:extLst>
          </p:cNvPr>
          <p:cNvSpPr>
            <a:spLocks noGrp="1"/>
          </p:cNvSpPr>
          <p:nvPr/>
        </p:nvSpPr>
        <p:spPr>
          <a:xfrm>
            <a:off x="8772525" y="2238375"/>
            <a:ext cx="628650" cy="62865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6FAE80"/>
            </a:solidFill>
            <a:prstDash val="solid"/>
          </a:ln>
        </p:spPr>
      </p:sp>
      <p:sp>
        <p:nvSpPr>
          <p:cNvPr id="39" name="overview-05-number">
            <a:extLst>
              <a:ext uri="{FF2B5EF4-FFF2-40B4-BE49-F238E27FC236}">
                <a16:creationId xmlns:a16="http://schemas.microsoft.com/office/drawing/2014/main" id="{D1B9A7B4-0D14-413D-88CA-498F0631CB74}"/>
              </a:ext>
            </a:extLst>
          </p:cNvPr>
          <p:cNvSpPr>
            <a:spLocks noGrp="1"/>
          </p:cNvSpPr>
          <p:nvPr/>
        </p:nvSpPr>
        <p:spPr>
          <a:xfrm>
            <a:off x="8801100" y="2409825"/>
            <a:ext cx="571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500" b="1">
                <a:solidFill>
                  <a:srgbClr val="6FAE8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FAE8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0" name="overview-05-label">
            <a:extLst>
              <a:ext uri="{FF2B5EF4-FFF2-40B4-BE49-F238E27FC236}">
                <a16:creationId xmlns:a16="http://schemas.microsoft.com/office/drawing/2014/main" id="{59C74CB4-8DC4-4C1F-88CA-744847EF1CA2}"/>
              </a:ext>
            </a:extLst>
          </p:cNvPr>
          <p:cNvSpPr>
            <a:spLocks noGrp="1"/>
          </p:cNvSpPr>
          <p:nvPr/>
        </p:nvSpPr>
        <p:spPr>
          <a:xfrm>
            <a:off x="8210550" y="2962275"/>
            <a:ext cx="1752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725" b="1">
                <a:solidFill>
                  <a:srgbClr val="2031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0313A"/>
                </a:solidFill>
                <a:latin typeface="Arial"/>
                <a:ea typeface="Arial"/>
                <a:cs typeface="Arial"/>
              </a:rPr>
              <a:t>Проверка</a:t>
            </a:r>
          </a:p>
        </p:txBody>
      </p:sp>
      <p:sp>
        <p:nvSpPr>
          <p:cNvPr id="41" name="overview-05-result-label">
            <a:extLst>
              <a:ext uri="{FF2B5EF4-FFF2-40B4-BE49-F238E27FC236}">
                <a16:creationId xmlns:a16="http://schemas.microsoft.com/office/drawing/2014/main" id="{90D89ADB-93DC-42BE-9B21-2B021F5AE85C}"/>
              </a:ext>
            </a:extLst>
          </p:cNvPr>
          <p:cNvSpPr>
            <a:spLocks noGrp="1"/>
          </p:cNvSpPr>
          <p:nvPr/>
        </p:nvSpPr>
        <p:spPr>
          <a:xfrm>
            <a:off x="8305800" y="3543300"/>
            <a:ext cx="1562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500" b="0">
                <a:solidFill>
                  <a:srgbClr val="64737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4737B"/>
                </a:solidFill>
                <a:latin typeface="Arial"/>
                <a:ea typeface="Arial"/>
                <a:cs typeface="Arial"/>
              </a:rPr>
              <a:t>Результат этапа</a:t>
            </a:r>
          </a:p>
        </p:txBody>
      </p:sp>
      <p:sp>
        <p:nvSpPr>
          <p:cNvPr id="42" name="overview-05-line-1">
            <a:extLst>
              <a:ext uri="{FF2B5EF4-FFF2-40B4-BE49-F238E27FC236}">
                <a16:creationId xmlns:a16="http://schemas.microsoft.com/office/drawing/2014/main" id="{C04D6F22-7A7D-446C-9D4B-8C4D23F92E7A}"/>
              </a:ext>
            </a:extLst>
          </p:cNvPr>
          <p:cNvSpPr>
            <a:spLocks noGrp="1"/>
          </p:cNvSpPr>
          <p:nvPr/>
        </p:nvSpPr>
        <p:spPr>
          <a:xfrm>
            <a:off x="8401050" y="4000500"/>
            <a:ext cx="1371600" cy="9525"/>
          </a:xfrm>
          <a:prstGeom prst="line">
            <a:avLst/>
          </a:prstGeom>
          <a:noFill/>
          <a:ln w="19050">
            <a:solidFill>
              <a:srgbClr val="DCE4E4"/>
            </a:solidFill>
            <a:prstDash val="solid"/>
          </a:ln>
        </p:spPr>
      </p:sp>
      <p:sp>
        <p:nvSpPr>
          <p:cNvPr id="43" name="overview-05-line-2">
            <a:extLst>
              <a:ext uri="{FF2B5EF4-FFF2-40B4-BE49-F238E27FC236}">
                <a16:creationId xmlns:a16="http://schemas.microsoft.com/office/drawing/2014/main" id="{E20DBE9A-5174-4C89-A381-A4D56CF0D49D}"/>
              </a:ext>
            </a:extLst>
          </p:cNvPr>
          <p:cNvSpPr>
            <a:spLocks noGrp="1"/>
          </p:cNvSpPr>
          <p:nvPr/>
        </p:nvSpPr>
        <p:spPr>
          <a:xfrm>
            <a:off x="8401050" y="4343400"/>
            <a:ext cx="1371600" cy="9525"/>
          </a:xfrm>
          <a:prstGeom prst="line">
            <a:avLst/>
          </a:prstGeom>
          <a:noFill/>
          <a:ln w="19050">
            <a:solidFill>
              <a:srgbClr val="DCE4E4"/>
            </a:solidFill>
            <a:prstDash val="solid"/>
          </a:ln>
        </p:spPr>
      </p:sp>
      <p:sp>
        <p:nvSpPr>
          <p:cNvPr id="44" name="overview-06-node">
            <a:extLst>
              <a:ext uri="{FF2B5EF4-FFF2-40B4-BE49-F238E27FC236}">
                <a16:creationId xmlns:a16="http://schemas.microsoft.com/office/drawing/2014/main" id="{8B8C84D7-65A5-4BF0-93EA-8DCC7E599C00}"/>
              </a:ext>
            </a:extLst>
          </p:cNvPr>
          <p:cNvSpPr>
            <a:spLocks noGrp="1"/>
          </p:cNvSpPr>
          <p:nvPr/>
        </p:nvSpPr>
        <p:spPr>
          <a:xfrm>
            <a:off x="10753725" y="2238375"/>
            <a:ext cx="628650" cy="62865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375C6D"/>
            </a:solidFill>
            <a:prstDash val="solid"/>
          </a:ln>
        </p:spPr>
      </p:sp>
      <p:sp>
        <p:nvSpPr>
          <p:cNvPr id="45" name="overview-06-number">
            <a:extLst>
              <a:ext uri="{FF2B5EF4-FFF2-40B4-BE49-F238E27FC236}">
                <a16:creationId xmlns:a16="http://schemas.microsoft.com/office/drawing/2014/main" id="{C7962C07-FAED-4E8E-8CB4-F3E4B78F7D80}"/>
              </a:ext>
            </a:extLst>
          </p:cNvPr>
          <p:cNvSpPr>
            <a:spLocks noGrp="1"/>
          </p:cNvSpPr>
          <p:nvPr/>
        </p:nvSpPr>
        <p:spPr>
          <a:xfrm>
            <a:off x="10782300" y="2409825"/>
            <a:ext cx="571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500" b="1">
                <a:solidFill>
                  <a:srgbClr val="375C6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75C6D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6" name="overview-06-label">
            <a:extLst>
              <a:ext uri="{FF2B5EF4-FFF2-40B4-BE49-F238E27FC236}">
                <a16:creationId xmlns:a16="http://schemas.microsoft.com/office/drawing/2014/main" id="{55691C4F-543E-4CFD-AFA6-D6C44FBCDE11}"/>
              </a:ext>
            </a:extLst>
          </p:cNvPr>
          <p:cNvSpPr>
            <a:spLocks noGrp="1"/>
          </p:cNvSpPr>
          <p:nvPr/>
        </p:nvSpPr>
        <p:spPr>
          <a:xfrm>
            <a:off x="10191750" y="2962275"/>
            <a:ext cx="1752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725" b="1">
                <a:solidFill>
                  <a:srgbClr val="2031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0313A"/>
                </a:solidFill>
                <a:latin typeface="Arial"/>
                <a:ea typeface="Arial"/>
                <a:cs typeface="Arial"/>
              </a:rPr>
              <a:t>Результат</a:t>
            </a:r>
          </a:p>
        </p:txBody>
      </p:sp>
      <p:sp>
        <p:nvSpPr>
          <p:cNvPr id="47" name="overview-06-result-label">
            <a:extLst>
              <a:ext uri="{FF2B5EF4-FFF2-40B4-BE49-F238E27FC236}">
                <a16:creationId xmlns:a16="http://schemas.microsoft.com/office/drawing/2014/main" id="{D9605B25-F151-4FA5-9452-D96B062B415A}"/>
              </a:ext>
            </a:extLst>
          </p:cNvPr>
          <p:cNvSpPr>
            <a:spLocks noGrp="1"/>
          </p:cNvSpPr>
          <p:nvPr/>
        </p:nvSpPr>
        <p:spPr>
          <a:xfrm>
            <a:off x="10287000" y="3543300"/>
            <a:ext cx="1562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500" b="0">
                <a:solidFill>
                  <a:srgbClr val="64737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4737B"/>
                </a:solidFill>
                <a:latin typeface="Arial"/>
                <a:ea typeface="Arial"/>
                <a:cs typeface="Arial"/>
              </a:rPr>
              <a:t>Результат этапа</a:t>
            </a:r>
          </a:p>
        </p:txBody>
      </p:sp>
      <p:sp>
        <p:nvSpPr>
          <p:cNvPr id="48" name="overview-06-line-1">
            <a:extLst>
              <a:ext uri="{FF2B5EF4-FFF2-40B4-BE49-F238E27FC236}">
                <a16:creationId xmlns:a16="http://schemas.microsoft.com/office/drawing/2014/main" id="{D641D0A0-0B0F-4012-B1EB-FD4823B3E04A}"/>
              </a:ext>
            </a:extLst>
          </p:cNvPr>
          <p:cNvSpPr>
            <a:spLocks noGrp="1"/>
          </p:cNvSpPr>
          <p:nvPr/>
        </p:nvSpPr>
        <p:spPr>
          <a:xfrm>
            <a:off x="10382250" y="4000500"/>
            <a:ext cx="1371600" cy="9525"/>
          </a:xfrm>
          <a:prstGeom prst="line">
            <a:avLst/>
          </a:prstGeom>
          <a:noFill/>
          <a:ln w="19050">
            <a:solidFill>
              <a:srgbClr val="DCE4E4"/>
            </a:solidFill>
            <a:prstDash val="solid"/>
          </a:ln>
        </p:spPr>
      </p:sp>
      <p:sp>
        <p:nvSpPr>
          <p:cNvPr id="49" name="overview-06-line-2">
            <a:extLst>
              <a:ext uri="{FF2B5EF4-FFF2-40B4-BE49-F238E27FC236}">
                <a16:creationId xmlns:a16="http://schemas.microsoft.com/office/drawing/2014/main" id="{942E15A1-2223-47BF-9E8B-419044350E01}"/>
              </a:ext>
            </a:extLst>
          </p:cNvPr>
          <p:cNvSpPr>
            <a:spLocks noGrp="1"/>
          </p:cNvSpPr>
          <p:nvPr/>
        </p:nvSpPr>
        <p:spPr>
          <a:xfrm>
            <a:off x="10382250" y="4343400"/>
            <a:ext cx="1371600" cy="9525"/>
          </a:xfrm>
          <a:prstGeom prst="line">
            <a:avLst/>
          </a:prstGeom>
          <a:noFill/>
          <a:ln w="19050">
            <a:solidFill>
              <a:srgbClr val="DCE4E4"/>
            </a:solidFill>
            <a:prstDash val="solid"/>
          </a:ln>
        </p:spPr>
      </p:sp>
      <p:sp>
        <p:nvSpPr>
          <p:cNvPr id="50" name="overview-principle-box">
            <a:extLst>
              <a:ext uri="{FF2B5EF4-FFF2-40B4-BE49-F238E27FC236}">
                <a16:creationId xmlns:a16="http://schemas.microsoft.com/office/drawing/2014/main" id="{C1A007C2-27CF-438A-8A12-6DE2C311C7E5}"/>
              </a:ext>
            </a:extLst>
          </p:cNvPr>
          <p:cNvSpPr>
            <a:spLocks noGrp="1"/>
          </p:cNvSpPr>
          <p:nvPr/>
        </p:nvSpPr>
        <p:spPr>
          <a:xfrm>
            <a:off x="2667000" y="5295900"/>
            <a:ext cx="6858000" cy="590550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2383">
            <a:solidFill>
              <a:srgbClr val="DCE4E4"/>
            </a:solidFill>
            <a:prstDash val="solid"/>
          </a:ln>
        </p:spPr>
      </p:sp>
      <p:sp>
        <p:nvSpPr>
          <p:cNvPr id="51" name="overview-principle">
            <a:extLst>
              <a:ext uri="{FF2B5EF4-FFF2-40B4-BE49-F238E27FC236}">
                <a16:creationId xmlns:a16="http://schemas.microsoft.com/office/drawing/2014/main" id="{F3CDB30D-4D02-4042-9D3F-7E0E92B1B690}"/>
              </a:ext>
            </a:extLst>
          </p:cNvPr>
          <p:cNvSpPr>
            <a:spLocks noGrp="1"/>
          </p:cNvSpPr>
          <p:nvPr/>
        </p:nvSpPr>
        <p:spPr>
          <a:xfrm>
            <a:off x="2914650" y="5429250"/>
            <a:ext cx="6362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313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313A"/>
                </a:solidFill>
                <a:latin typeface="Arial"/>
                <a:ea typeface="Arial"/>
                <a:cs typeface="Arial"/>
              </a:rPr>
              <a:t>Маршрут можно сократить, расширить или переименовать под свой проект</a:t>
            </a:r>
          </a:p>
        </p:txBody>
      </p:sp>
      <p:sp>
        <p:nvSpPr>
          <p:cNvPr id="52" name="page-2">
            <a:extLst>
              <a:ext uri="{FF2B5EF4-FFF2-40B4-BE49-F238E27FC236}">
                <a16:creationId xmlns:a16="http://schemas.microsoft.com/office/drawing/2014/main" id="{4FBD6015-01F2-427B-B631-2A852D1A6121}"/>
              </a:ext>
            </a:extLst>
          </p:cNvPr>
          <p:cNvSpPr>
            <a:spLocks noGrp="1"/>
          </p:cNvSpPr>
          <p:nvPr/>
        </p:nvSpPr>
        <p:spPr>
          <a:xfrm>
            <a:off x="10915650" y="6400800"/>
            <a:ext cx="590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defRPr sz="1350" b="1">
                <a:solidFill>
                  <a:srgbClr val="91A3A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91A3A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6419214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lide-title">
            <a:extLst>
              <a:ext uri="{FF2B5EF4-FFF2-40B4-BE49-F238E27FC236}">
                <a16:creationId xmlns:a16="http://schemas.microsoft.com/office/drawing/2014/main" id="{C670F129-4F13-46E3-8A21-A19E6249950B}"/>
              </a:ext>
            </a:extLst>
          </p:cNvPr>
          <p:cNvSpPr>
            <a:spLocks noGrp="1"/>
          </p:cNvSpPr>
          <p:nvPr/>
        </p:nvSpPr>
        <p:spPr>
          <a:xfrm>
            <a:off x="685800" y="438150"/>
            <a:ext cx="108204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600" b="1">
                <a:solidFill>
                  <a:srgbClr val="20313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313A"/>
                </a:solidFill>
                <a:latin typeface="Arial"/>
                <a:ea typeface="Arial"/>
                <a:cs typeface="Arial"/>
              </a:rPr>
              <a:t>Цель задаёт направление проекта</a:t>
            </a:r>
          </a:p>
        </p:txBody>
      </p:sp>
      <p:sp>
        <p:nvSpPr>
          <p:cNvPr id="2" name="slide-subtitle">
            <a:extLst>
              <a:ext uri="{FF2B5EF4-FFF2-40B4-BE49-F238E27FC236}">
                <a16:creationId xmlns:a16="http://schemas.microsoft.com/office/drawing/2014/main" id="{B0127E2B-74BB-48B1-A940-5AC5BBD66224}"/>
              </a:ext>
            </a:extLst>
          </p:cNvPr>
          <p:cNvSpPr>
            <a:spLocks noGrp="1"/>
          </p:cNvSpPr>
          <p:nvPr/>
        </p:nvSpPr>
        <p:spPr>
          <a:xfrm>
            <a:off x="704850" y="1038225"/>
            <a:ext cx="10001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650" b="0">
                <a:solidFill>
                  <a:srgbClr val="64737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4737B"/>
                </a:solidFill>
                <a:latin typeface="Arial"/>
                <a:ea typeface="Arial"/>
                <a:cs typeface="Arial"/>
              </a:rPr>
              <a:t>Свяжите исходную проблему, аудиторию и ожидаемый результат</a:t>
            </a:r>
          </a:p>
        </p:txBody>
      </p:sp>
      <p:sp>
        <p:nvSpPr>
          <p:cNvPr id="3" name="progress-1">
            <a:extLst>
              <a:ext uri="{FF2B5EF4-FFF2-40B4-BE49-F238E27FC236}">
                <a16:creationId xmlns:a16="http://schemas.microsoft.com/office/drawing/2014/main" id="{2DAA709D-9C94-4F24-A303-11FF281597E7}"/>
              </a:ext>
            </a:extLst>
          </p:cNvPr>
          <p:cNvSpPr>
            <a:spLocks noGrp="1"/>
          </p:cNvSpPr>
          <p:nvPr/>
        </p:nvSpPr>
        <p:spPr>
          <a:xfrm>
            <a:off x="685800" y="1438275"/>
            <a:ext cx="1739900" cy="57150"/>
          </a:xfrm>
          <a:prstGeom prst="roundRect">
            <a:avLst>
              <a:gd name="adj" fmla="val 50000"/>
            </a:avLst>
          </a:prstGeom>
          <a:solidFill>
            <a:srgbClr val="E9785B"/>
          </a:solidFill>
          <a:ln w="0">
            <a:noFill/>
            <a:prstDash val="solid"/>
          </a:ln>
        </p:spPr>
      </p:sp>
      <p:sp>
        <p:nvSpPr>
          <p:cNvPr id="4" name="progress-2">
            <a:extLst>
              <a:ext uri="{FF2B5EF4-FFF2-40B4-BE49-F238E27FC236}">
                <a16:creationId xmlns:a16="http://schemas.microsoft.com/office/drawing/2014/main" id="{2CDC8837-51F1-45A1-BD20-757FDDD0AC79}"/>
              </a:ext>
            </a:extLst>
          </p:cNvPr>
          <p:cNvSpPr>
            <a:spLocks noGrp="1"/>
          </p:cNvSpPr>
          <p:nvPr/>
        </p:nvSpPr>
        <p:spPr>
          <a:xfrm>
            <a:off x="2501900" y="1438275"/>
            <a:ext cx="1739900" cy="57150"/>
          </a:xfrm>
          <a:prstGeom prst="roundRect">
            <a:avLst>
              <a:gd name="adj" fmla="val 50000"/>
            </a:avLst>
          </a:prstGeom>
          <a:solidFill>
            <a:srgbClr val="DCE4E4"/>
          </a:solidFill>
          <a:ln w="0">
            <a:noFill/>
            <a:prstDash val="solid"/>
          </a:ln>
        </p:spPr>
      </p:sp>
      <p:sp>
        <p:nvSpPr>
          <p:cNvPr id="5" name="progress-3">
            <a:extLst>
              <a:ext uri="{FF2B5EF4-FFF2-40B4-BE49-F238E27FC236}">
                <a16:creationId xmlns:a16="http://schemas.microsoft.com/office/drawing/2014/main" id="{5579288C-4A8A-4B1A-9157-E0976EA3F2BA}"/>
              </a:ext>
            </a:extLst>
          </p:cNvPr>
          <p:cNvSpPr>
            <a:spLocks noGrp="1"/>
          </p:cNvSpPr>
          <p:nvPr/>
        </p:nvSpPr>
        <p:spPr>
          <a:xfrm>
            <a:off x="4318000" y="1438275"/>
            <a:ext cx="1739900" cy="57150"/>
          </a:xfrm>
          <a:prstGeom prst="roundRect">
            <a:avLst>
              <a:gd name="adj" fmla="val 50000"/>
            </a:avLst>
          </a:prstGeom>
          <a:solidFill>
            <a:srgbClr val="DCE4E4"/>
          </a:solidFill>
          <a:ln w="0">
            <a:noFill/>
            <a:prstDash val="solid"/>
          </a:ln>
        </p:spPr>
      </p:sp>
      <p:sp>
        <p:nvSpPr>
          <p:cNvPr id="6" name="progress-4">
            <a:extLst>
              <a:ext uri="{FF2B5EF4-FFF2-40B4-BE49-F238E27FC236}">
                <a16:creationId xmlns:a16="http://schemas.microsoft.com/office/drawing/2014/main" id="{53086389-420A-4165-9489-619922406AD5}"/>
              </a:ext>
            </a:extLst>
          </p:cNvPr>
          <p:cNvSpPr>
            <a:spLocks noGrp="1"/>
          </p:cNvSpPr>
          <p:nvPr/>
        </p:nvSpPr>
        <p:spPr>
          <a:xfrm>
            <a:off x="6134100" y="1438275"/>
            <a:ext cx="1739900" cy="57150"/>
          </a:xfrm>
          <a:prstGeom prst="roundRect">
            <a:avLst>
              <a:gd name="adj" fmla="val 50000"/>
            </a:avLst>
          </a:prstGeom>
          <a:solidFill>
            <a:srgbClr val="DCE4E4"/>
          </a:solidFill>
          <a:ln w="0">
            <a:noFill/>
            <a:prstDash val="solid"/>
          </a:ln>
        </p:spPr>
      </p:sp>
      <p:sp>
        <p:nvSpPr>
          <p:cNvPr id="7" name="progress-5">
            <a:extLst>
              <a:ext uri="{FF2B5EF4-FFF2-40B4-BE49-F238E27FC236}">
                <a16:creationId xmlns:a16="http://schemas.microsoft.com/office/drawing/2014/main" id="{ACD15FBB-FA72-42EA-9A53-133EE7CD39FF}"/>
              </a:ext>
            </a:extLst>
          </p:cNvPr>
          <p:cNvSpPr>
            <a:spLocks noGrp="1"/>
          </p:cNvSpPr>
          <p:nvPr/>
        </p:nvSpPr>
        <p:spPr>
          <a:xfrm>
            <a:off x="7950200" y="1438275"/>
            <a:ext cx="1739900" cy="57150"/>
          </a:xfrm>
          <a:prstGeom prst="roundRect">
            <a:avLst>
              <a:gd name="adj" fmla="val 50000"/>
            </a:avLst>
          </a:prstGeom>
          <a:solidFill>
            <a:srgbClr val="DCE4E4"/>
          </a:solidFill>
          <a:ln w="0">
            <a:noFill/>
            <a:prstDash val="solid"/>
          </a:ln>
        </p:spPr>
      </p:sp>
      <p:sp>
        <p:nvSpPr>
          <p:cNvPr id="8" name="progress-6">
            <a:extLst>
              <a:ext uri="{FF2B5EF4-FFF2-40B4-BE49-F238E27FC236}">
                <a16:creationId xmlns:a16="http://schemas.microsoft.com/office/drawing/2014/main" id="{572E0FF3-4017-4AE8-83D0-504F2FB24150}"/>
              </a:ext>
            </a:extLst>
          </p:cNvPr>
          <p:cNvSpPr>
            <a:spLocks noGrp="1"/>
          </p:cNvSpPr>
          <p:nvPr/>
        </p:nvSpPr>
        <p:spPr>
          <a:xfrm>
            <a:off x="9766300" y="1438275"/>
            <a:ext cx="1739900" cy="57150"/>
          </a:xfrm>
          <a:prstGeom prst="roundRect">
            <a:avLst>
              <a:gd name="adj" fmla="val 50000"/>
            </a:avLst>
          </a:prstGeom>
          <a:solidFill>
            <a:srgbClr val="DCE4E4"/>
          </a:solidFill>
          <a:ln w="0">
            <a:noFill/>
            <a:prstDash val="solid"/>
          </a:ln>
        </p:spPr>
      </p:sp>
      <p:sp>
        <p:nvSpPr>
          <p:cNvPr id="9" name="goal-connector-0">
            <a:extLst>
              <a:ext uri="{FF2B5EF4-FFF2-40B4-BE49-F238E27FC236}">
                <a16:creationId xmlns:a16="http://schemas.microsoft.com/office/drawing/2014/main" id="{5FC4EE42-40CF-453C-9AB5-86ADBAD516F6}"/>
              </a:ext>
            </a:extLst>
          </p:cNvPr>
          <p:cNvSpPr>
            <a:spLocks noGrp="1"/>
          </p:cNvSpPr>
          <p:nvPr/>
        </p:nvSpPr>
        <p:spPr>
          <a:xfrm>
            <a:off x="2000250" y="2400300"/>
            <a:ext cx="4095750" cy="1123950"/>
          </a:xfrm>
          <a:prstGeom prst="line">
            <a:avLst/>
          </a:prstGeom>
          <a:noFill/>
          <a:ln w="28575">
            <a:solidFill>
              <a:srgbClr val="91A3A5"/>
            </a:solidFill>
            <a:prstDash val="solid"/>
          </a:ln>
        </p:spPr>
      </p:sp>
      <p:sp>
        <p:nvSpPr>
          <p:cNvPr id="10" name="goal-connector-1">
            <a:extLst>
              <a:ext uri="{FF2B5EF4-FFF2-40B4-BE49-F238E27FC236}">
                <a16:creationId xmlns:a16="http://schemas.microsoft.com/office/drawing/2014/main" id="{09468CE7-9509-4F4C-8929-AF2ABC2C923C}"/>
              </a:ext>
            </a:extLst>
          </p:cNvPr>
          <p:cNvSpPr>
            <a:spLocks noGrp="1"/>
          </p:cNvSpPr>
          <p:nvPr/>
        </p:nvSpPr>
        <p:spPr>
          <a:xfrm flipV="1">
            <a:off x="6096000" y="2400300"/>
            <a:ext cx="4095750" cy="1123950"/>
          </a:xfrm>
          <a:prstGeom prst="line">
            <a:avLst/>
          </a:prstGeom>
          <a:noFill/>
          <a:ln w="28575">
            <a:solidFill>
              <a:srgbClr val="91A3A5"/>
            </a:solidFill>
            <a:prstDash val="solid"/>
          </a:ln>
        </p:spPr>
      </p:sp>
      <p:sp>
        <p:nvSpPr>
          <p:cNvPr id="11" name="goal-connector-2">
            <a:extLst>
              <a:ext uri="{FF2B5EF4-FFF2-40B4-BE49-F238E27FC236}">
                <a16:creationId xmlns:a16="http://schemas.microsoft.com/office/drawing/2014/main" id="{82C6E561-DF69-4D8C-B44B-68E8F47B9261}"/>
              </a:ext>
            </a:extLst>
          </p:cNvPr>
          <p:cNvSpPr>
            <a:spLocks noGrp="1"/>
          </p:cNvSpPr>
          <p:nvPr/>
        </p:nvSpPr>
        <p:spPr>
          <a:xfrm flipV="1">
            <a:off x="2000250" y="3524250"/>
            <a:ext cx="4095750" cy="1295400"/>
          </a:xfrm>
          <a:prstGeom prst="line">
            <a:avLst/>
          </a:prstGeom>
          <a:noFill/>
          <a:ln w="28575">
            <a:solidFill>
              <a:srgbClr val="91A3A5"/>
            </a:solidFill>
            <a:prstDash val="solid"/>
          </a:ln>
        </p:spPr>
      </p:sp>
      <p:sp>
        <p:nvSpPr>
          <p:cNvPr id="12" name="goal-connector-3">
            <a:extLst>
              <a:ext uri="{FF2B5EF4-FFF2-40B4-BE49-F238E27FC236}">
                <a16:creationId xmlns:a16="http://schemas.microsoft.com/office/drawing/2014/main" id="{00568DA6-212D-4B78-950B-044F5D7B722E}"/>
              </a:ext>
            </a:extLst>
          </p:cNvPr>
          <p:cNvSpPr>
            <a:spLocks noGrp="1"/>
          </p:cNvSpPr>
          <p:nvPr/>
        </p:nvSpPr>
        <p:spPr>
          <a:xfrm>
            <a:off x="6096000" y="3524250"/>
            <a:ext cx="4095750" cy="1295400"/>
          </a:xfrm>
          <a:prstGeom prst="line">
            <a:avLst/>
          </a:prstGeom>
          <a:noFill/>
          <a:ln w="28575">
            <a:solidFill>
              <a:srgbClr val="91A3A5"/>
            </a:solidFill>
            <a:prstDash val="solid"/>
          </a:ln>
        </p:spPr>
      </p:sp>
      <p:sp>
        <p:nvSpPr>
          <p:cNvPr id="13" name="goal-center">
            <a:extLst>
              <a:ext uri="{FF2B5EF4-FFF2-40B4-BE49-F238E27FC236}">
                <a16:creationId xmlns:a16="http://schemas.microsoft.com/office/drawing/2014/main" id="{9AC76A3B-6A79-40C0-A608-DD0A6793B901}"/>
              </a:ext>
            </a:extLst>
          </p:cNvPr>
          <p:cNvSpPr>
            <a:spLocks noGrp="1"/>
          </p:cNvSpPr>
          <p:nvPr/>
        </p:nvSpPr>
        <p:spPr>
          <a:xfrm>
            <a:off x="5219700" y="2647950"/>
            <a:ext cx="1752600" cy="1752600"/>
          </a:xfrm>
          <a:prstGeom prst="ellipse">
            <a:avLst/>
          </a:prstGeom>
          <a:solidFill>
            <a:srgbClr val="FFFFFF"/>
          </a:solidFill>
          <a:ln w="57150">
            <a:solidFill>
              <a:srgbClr val="3B8C88"/>
            </a:solidFill>
            <a:prstDash val="solid"/>
          </a:ln>
        </p:spPr>
      </p:sp>
      <p:sp>
        <p:nvSpPr>
          <p:cNvPr id="14" name="goal-center-text">
            <a:extLst>
              <a:ext uri="{FF2B5EF4-FFF2-40B4-BE49-F238E27FC236}">
                <a16:creationId xmlns:a16="http://schemas.microsoft.com/office/drawing/2014/main" id="{F3626B43-63CA-41E3-A73E-0DF0C75DB446}"/>
              </a:ext>
            </a:extLst>
          </p:cNvPr>
          <p:cNvSpPr>
            <a:spLocks noGrp="1"/>
          </p:cNvSpPr>
          <p:nvPr/>
        </p:nvSpPr>
        <p:spPr>
          <a:xfrm>
            <a:off x="5334000" y="3086100"/>
            <a:ext cx="15240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250" b="1">
                <a:solidFill>
                  <a:srgbClr val="20313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0313A"/>
                </a:solidFill>
                <a:latin typeface="Arial"/>
                <a:ea typeface="Arial"/>
                <a:cs typeface="Arial"/>
              </a:rPr>
              <a:t>ЦЕЛЬ</a:t>
            </a:r>
          </a:p>
          <a:p>
            <a:pPr algn="ctr">
              <a:defRPr sz="2250" b="1">
                <a:solidFill>
                  <a:srgbClr val="20313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0313A"/>
                </a:solidFill>
                <a:latin typeface="Arial"/>
                <a:ea typeface="Arial"/>
                <a:cs typeface="Arial"/>
              </a:rPr>
              <a:t>ПРОЕКТА</a:t>
            </a:r>
          </a:p>
        </p:txBody>
      </p:sp>
      <p:sp>
        <p:nvSpPr>
          <p:cNvPr id="15" name="goal-node-0">
            <a:extLst>
              <a:ext uri="{FF2B5EF4-FFF2-40B4-BE49-F238E27FC236}">
                <a16:creationId xmlns:a16="http://schemas.microsoft.com/office/drawing/2014/main" id="{11C6A8BC-ECFD-4CD7-AB3B-79654400D0C6}"/>
              </a:ext>
            </a:extLst>
          </p:cNvPr>
          <p:cNvSpPr>
            <a:spLocks noGrp="1"/>
          </p:cNvSpPr>
          <p:nvPr/>
        </p:nvSpPr>
        <p:spPr>
          <a:xfrm>
            <a:off x="1352550" y="1752600"/>
            <a:ext cx="1295400" cy="12954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E9785B"/>
            </a:solidFill>
            <a:prstDash val="solid"/>
          </a:ln>
        </p:spPr>
      </p:sp>
      <p:sp>
        <p:nvSpPr>
          <p:cNvPr id="16" name="goal-title-0">
            <a:extLst>
              <a:ext uri="{FF2B5EF4-FFF2-40B4-BE49-F238E27FC236}">
                <a16:creationId xmlns:a16="http://schemas.microsoft.com/office/drawing/2014/main" id="{A405CA07-6A57-41A8-88CA-10BB6103671E}"/>
              </a:ext>
            </a:extLst>
          </p:cNvPr>
          <p:cNvSpPr>
            <a:spLocks noGrp="1"/>
          </p:cNvSpPr>
          <p:nvPr/>
        </p:nvSpPr>
        <p:spPr>
          <a:xfrm>
            <a:off x="1028700" y="2162175"/>
            <a:ext cx="19431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800" b="1">
                <a:solidFill>
                  <a:srgbClr val="2031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313A"/>
                </a:solidFill>
                <a:latin typeface="Arial"/>
                <a:ea typeface="Arial"/>
                <a:cs typeface="Arial"/>
              </a:rPr>
              <a:t>Проблема</a:t>
            </a:r>
          </a:p>
        </p:txBody>
      </p:sp>
      <p:sp>
        <p:nvSpPr>
          <p:cNvPr id="17" name="goal-prompt-0">
            <a:extLst>
              <a:ext uri="{FF2B5EF4-FFF2-40B4-BE49-F238E27FC236}">
                <a16:creationId xmlns:a16="http://schemas.microsoft.com/office/drawing/2014/main" id="{2B66DAB6-D517-4F75-864B-2E080E683623}"/>
              </a:ext>
            </a:extLst>
          </p:cNvPr>
          <p:cNvSpPr>
            <a:spLocks noGrp="1"/>
          </p:cNvSpPr>
          <p:nvPr/>
        </p:nvSpPr>
        <p:spPr>
          <a:xfrm>
            <a:off x="619125" y="3238500"/>
            <a:ext cx="2762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575" b="0">
                <a:solidFill>
                  <a:srgbClr val="64737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37B"/>
                </a:solidFill>
                <a:latin typeface="Arial"/>
                <a:ea typeface="Arial"/>
                <a:cs typeface="Arial"/>
              </a:rPr>
              <a:t>Что нужно изменить?</a:t>
            </a:r>
          </a:p>
        </p:txBody>
      </p:sp>
      <p:sp>
        <p:nvSpPr>
          <p:cNvPr id="18" name="goal-line-0">
            <a:extLst>
              <a:ext uri="{FF2B5EF4-FFF2-40B4-BE49-F238E27FC236}">
                <a16:creationId xmlns:a16="http://schemas.microsoft.com/office/drawing/2014/main" id="{1A27886C-8109-40A0-AF13-76206B0C78E3}"/>
              </a:ext>
            </a:extLst>
          </p:cNvPr>
          <p:cNvSpPr>
            <a:spLocks noGrp="1"/>
          </p:cNvSpPr>
          <p:nvPr/>
        </p:nvSpPr>
        <p:spPr>
          <a:xfrm>
            <a:off x="952500" y="3676650"/>
            <a:ext cx="2095500" cy="9525"/>
          </a:xfrm>
          <a:prstGeom prst="line">
            <a:avLst/>
          </a:prstGeom>
          <a:noFill/>
          <a:ln w="19050">
            <a:solidFill>
              <a:srgbClr val="DCE4E4"/>
            </a:solidFill>
            <a:prstDash val="solid"/>
          </a:ln>
        </p:spPr>
      </p:sp>
      <p:sp>
        <p:nvSpPr>
          <p:cNvPr id="19" name="goal-node-1">
            <a:extLst>
              <a:ext uri="{FF2B5EF4-FFF2-40B4-BE49-F238E27FC236}">
                <a16:creationId xmlns:a16="http://schemas.microsoft.com/office/drawing/2014/main" id="{92265368-E358-450E-A2AF-3EDF9A65FE6A}"/>
              </a:ext>
            </a:extLst>
          </p:cNvPr>
          <p:cNvSpPr>
            <a:spLocks noGrp="1"/>
          </p:cNvSpPr>
          <p:nvPr/>
        </p:nvSpPr>
        <p:spPr>
          <a:xfrm>
            <a:off x="9544050" y="1752600"/>
            <a:ext cx="1295400" cy="12954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E8B04A"/>
            </a:solidFill>
            <a:prstDash val="solid"/>
          </a:ln>
        </p:spPr>
      </p:sp>
      <p:sp>
        <p:nvSpPr>
          <p:cNvPr id="20" name="goal-title-1">
            <a:extLst>
              <a:ext uri="{FF2B5EF4-FFF2-40B4-BE49-F238E27FC236}">
                <a16:creationId xmlns:a16="http://schemas.microsoft.com/office/drawing/2014/main" id="{97560257-33CE-4073-83C0-D07C80BC6DAA}"/>
              </a:ext>
            </a:extLst>
          </p:cNvPr>
          <p:cNvSpPr>
            <a:spLocks noGrp="1"/>
          </p:cNvSpPr>
          <p:nvPr/>
        </p:nvSpPr>
        <p:spPr>
          <a:xfrm>
            <a:off x="9220200" y="2162175"/>
            <a:ext cx="19431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800" b="1">
                <a:solidFill>
                  <a:srgbClr val="2031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313A"/>
                </a:solidFill>
                <a:latin typeface="Arial"/>
                <a:ea typeface="Arial"/>
                <a:cs typeface="Arial"/>
              </a:rPr>
              <a:t>Аудитория</a:t>
            </a:r>
          </a:p>
        </p:txBody>
      </p:sp>
      <p:sp>
        <p:nvSpPr>
          <p:cNvPr id="21" name="goal-prompt-1">
            <a:extLst>
              <a:ext uri="{FF2B5EF4-FFF2-40B4-BE49-F238E27FC236}">
                <a16:creationId xmlns:a16="http://schemas.microsoft.com/office/drawing/2014/main" id="{CF9149F1-BAE6-447C-9D68-95B709228261}"/>
              </a:ext>
            </a:extLst>
          </p:cNvPr>
          <p:cNvSpPr>
            <a:spLocks noGrp="1"/>
          </p:cNvSpPr>
          <p:nvPr/>
        </p:nvSpPr>
        <p:spPr>
          <a:xfrm>
            <a:off x="8810625" y="3238500"/>
            <a:ext cx="2762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575" b="0">
                <a:solidFill>
                  <a:srgbClr val="64737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37B"/>
                </a:solidFill>
                <a:latin typeface="Arial"/>
                <a:ea typeface="Arial"/>
                <a:cs typeface="Arial"/>
              </a:rPr>
              <a:t>Для кого проект?</a:t>
            </a:r>
          </a:p>
        </p:txBody>
      </p:sp>
      <p:sp>
        <p:nvSpPr>
          <p:cNvPr id="22" name="goal-line-1">
            <a:extLst>
              <a:ext uri="{FF2B5EF4-FFF2-40B4-BE49-F238E27FC236}">
                <a16:creationId xmlns:a16="http://schemas.microsoft.com/office/drawing/2014/main" id="{B6A6B582-F506-4576-8489-0FBAC7A13497}"/>
              </a:ext>
            </a:extLst>
          </p:cNvPr>
          <p:cNvSpPr>
            <a:spLocks noGrp="1"/>
          </p:cNvSpPr>
          <p:nvPr/>
        </p:nvSpPr>
        <p:spPr>
          <a:xfrm>
            <a:off x="9144000" y="3676650"/>
            <a:ext cx="2095500" cy="9525"/>
          </a:xfrm>
          <a:prstGeom prst="line">
            <a:avLst/>
          </a:prstGeom>
          <a:noFill/>
          <a:ln w="19050">
            <a:solidFill>
              <a:srgbClr val="DCE4E4"/>
            </a:solidFill>
            <a:prstDash val="solid"/>
          </a:ln>
        </p:spPr>
      </p:sp>
      <p:sp>
        <p:nvSpPr>
          <p:cNvPr id="23" name="goal-node-2">
            <a:extLst>
              <a:ext uri="{FF2B5EF4-FFF2-40B4-BE49-F238E27FC236}">
                <a16:creationId xmlns:a16="http://schemas.microsoft.com/office/drawing/2014/main" id="{71C90D26-618E-480F-B9E8-D21278E97D07}"/>
              </a:ext>
            </a:extLst>
          </p:cNvPr>
          <p:cNvSpPr>
            <a:spLocks noGrp="1"/>
          </p:cNvSpPr>
          <p:nvPr/>
        </p:nvSpPr>
        <p:spPr>
          <a:xfrm>
            <a:off x="1352550" y="4171950"/>
            <a:ext cx="1295400" cy="12954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6FAE80"/>
            </a:solidFill>
            <a:prstDash val="solid"/>
          </a:ln>
        </p:spPr>
      </p:sp>
      <p:sp>
        <p:nvSpPr>
          <p:cNvPr id="24" name="goal-title-2">
            <a:extLst>
              <a:ext uri="{FF2B5EF4-FFF2-40B4-BE49-F238E27FC236}">
                <a16:creationId xmlns:a16="http://schemas.microsoft.com/office/drawing/2014/main" id="{752248C3-00A3-4D75-8D79-3FE17695EB2B}"/>
              </a:ext>
            </a:extLst>
          </p:cNvPr>
          <p:cNvSpPr>
            <a:spLocks noGrp="1"/>
          </p:cNvSpPr>
          <p:nvPr/>
        </p:nvSpPr>
        <p:spPr>
          <a:xfrm>
            <a:off x="1028700" y="4581525"/>
            <a:ext cx="19431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800" b="1">
                <a:solidFill>
                  <a:srgbClr val="2031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313A"/>
                </a:solidFill>
                <a:latin typeface="Arial"/>
                <a:ea typeface="Arial"/>
                <a:cs typeface="Arial"/>
              </a:rPr>
              <a:t>Критерий успеха</a:t>
            </a:r>
          </a:p>
        </p:txBody>
      </p:sp>
      <p:sp>
        <p:nvSpPr>
          <p:cNvPr id="25" name="goal-prompt-2">
            <a:extLst>
              <a:ext uri="{FF2B5EF4-FFF2-40B4-BE49-F238E27FC236}">
                <a16:creationId xmlns:a16="http://schemas.microsoft.com/office/drawing/2014/main" id="{4A79918D-A1BB-4CB0-B8DC-CBAA5CD4B58F}"/>
              </a:ext>
            </a:extLst>
          </p:cNvPr>
          <p:cNvSpPr>
            <a:spLocks noGrp="1"/>
          </p:cNvSpPr>
          <p:nvPr/>
        </p:nvSpPr>
        <p:spPr>
          <a:xfrm>
            <a:off x="619125" y="5657850"/>
            <a:ext cx="2762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575" b="0">
                <a:solidFill>
                  <a:srgbClr val="64737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37B"/>
                </a:solidFill>
                <a:latin typeface="Arial"/>
                <a:ea typeface="Arial"/>
                <a:cs typeface="Arial"/>
              </a:rPr>
              <a:t>Как измерим результат?</a:t>
            </a:r>
          </a:p>
        </p:txBody>
      </p:sp>
      <p:sp>
        <p:nvSpPr>
          <p:cNvPr id="26" name="goal-line-2">
            <a:extLst>
              <a:ext uri="{FF2B5EF4-FFF2-40B4-BE49-F238E27FC236}">
                <a16:creationId xmlns:a16="http://schemas.microsoft.com/office/drawing/2014/main" id="{D196207E-8224-4E77-BEF3-5A9EBFD18234}"/>
              </a:ext>
            </a:extLst>
          </p:cNvPr>
          <p:cNvSpPr>
            <a:spLocks noGrp="1"/>
          </p:cNvSpPr>
          <p:nvPr/>
        </p:nvSpPr>
        <p:spPr>
          <a:xfrm>
            <a:off x="952500" y="6096000"/>
            <a:ext cx="2095500" cy="9525"/>
          </a:xfrm>
          <a:prstGeom prst="line">
            <a:avLst/>
          </a:prstGeom>
          <a:noFill/>
          <a:ln w="19050">
            <a:solidFill>
              <a:srgbClr val="DCE4E4"/>
            </a:solidFill>
            <a:prstDash val="solid"/>
          </a:ln>
        </p:spPr>
      </p:sp>
      <p:sp>
        <p:nvSpPr>
          <p:cNvPr id="27" name="goal-node-3">
            <a:extLst>
              <a:ext uri="{FF2B5EF4-FFF2-40B4-BE49-F238E27FC236}">
                <a16:creationId xmlns:a16="http://schemas.microsoft.com/office/drawing/2014/main" id="{9A3FCF21-8533-4587-9D5F-0C62555A4097}"/>
              </a:ext>
            </a:extLst>
          </p:cNvPr>
          <p:cNvSpPr>
            <a:spLocks noGrp="1"/>
          </p:cNvSpPr>
          <p:nvPr/>
        </p:nvSpPr>
        <p:spPr>
          <a:xfrm>
            <a:off x="9544050" y="4171950"/>
            <a:ext cx="1295400" cy="12954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375C6D"/>
            </a:solidFill>
            <a:prstDash val="solid"/>
          </a:ln>
        </p:spPr>
      </p:sp>
      <p:sp>
        <p:nvSpPr>
          <p:cNvPr id="28" name="goal-title-3">
            <a:extLst>
              <a:ext uri="{FF2B5EF4-FFF2-40B4-BE49-F238E27FC236}">
                <a16:creationId xmlns:a16="http://schemas.microsoft.com/office/drawing/2014/main" id="{EA3B3490-FE50-49EB-A426-982EB86CB036}"/>
              </a:ext>
            </a:extLst>
          </p:cNvPr>
          <p:cNvSpPr>
            <a:spLocks noGrp="1"/>
          </p:cNvSpPr>
          <p:nvPr/>
        </p:nvSpPr>
        <p:spPr>
          <a:xfrm>
            <a:off x="9220200" y="4581525"/>
            <a:ext cx="19431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800" b="1">
                <a:solidFill>
                  <a:srgbClr val="2031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313A"/>
                </a:solidFill>
                <a:latin typeface="Arial"/>
                <a:ea typeface="Arial"/>
                <a:cs typeface="Arial"/>
              </a:rPr>
              <a:t>Ожидаемый результат</a:t>
            </a:r>
          </a:p>
        </p:txBody>
      </p:sp>
      <p:sp>
        <p:nvSpPr>
          <p:cNvPr id="29" name="goal-prompt-3">
            <a:extLst>
              <a:ext uri="{FF2B5EF4-FFF2-40B4-BE49-F238E27FC236}">
                <a16:creationId xmlns:a16="http://schemas.microsoft.com/office/drawing/2014/main" id="{266C2919-66B3-42AD-AC91-346AAC4F8056}"/>
              </a:ext>
            </a:extLst>
          </p:cNvPr>
          <p:cNvSpPr>
            <a:spLocks noGrp="1"/>
          </p:cNvSpPr>
          <p:nvPr/>
        </p:nvSpPr>
        <p:spPr>
          <a:xfrm>
            <a:off x="8810625" y="5657850"/>
            <a:ext cx="2762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575" b="0">
                <a:solidFill>
                  <a:srgbClr val="64737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37B"/>
                </a:solidFill>
                <a:latin typeface="Arial"/>
                <a:ea typeface="Arial"/>
                <a:cs typeface="Arial"/>
              </a:rPr>
              <a:t>Что должно появиться?</a:t>
            </a:r>
          </a:p>
        </p:txBody>
      </p:sp>
      <p:sp>
        <p:nvSpPr>
          <p:cNvPr id="30" name="goal-line-3">
            <a:extLst>
              <a:ext uri="{FF2B5EF4-FFF2-40B4-BE49-F238E27FC236}">
                <a16:creationId xmlns:a16="http://schemas.microsoft.com/office/drawing/2014/main" id="{C10F0263-A258-4491-BDA4-085C1380C83C}"/>
              </a:ext>
            </a:extLst>
          </p:cNvPr>
          <p:cNvSpPr>
            <a:spLocks noGrp="1"/>
          </p:cNvSpPr>
          <p:nvPr/>
        </p:nvSpPr>
        <p:spPr>
          <a:xfrm>
            <a:off x="9144000" y="6096000"/>
            <a:ext cx="2095500" cy="9525"/>
          </a:xfrm>
          <a:prstGeom prst="line">
            <a:avLst/>
          </a:prstGeom>
          <a:noFill/>
          <a:ln w="19050">
            <a:solidFill>
              <a:srgbClr val="DCE4E4"/>
            </a:solidFill>
            <a:prstDash val="solid"/>
          </a:ln>
        </p:spPr>
      </p:sp>
      <p:sp>
        <p:nvSpPr>
          <p:cNvPr id="31" name="page-3">
            <a:extLst>
              <a:ext uri="{FF2B5EF4-FFF2-40B4-BE49-F238E27FC236}">
                <a16:creationId xmlns:a16="http://schemas.microsoft.com/office/drawing/2014/main" id="{B9DE0354-0BC3-4579-B872-8EAA3CCE5D97}"/>
              </a:ext>
            </a:extLst>
          </p:cNvPr>
          <p:cNvSpPr>
            <a:spLocks noGrp="1"/>
          </p:cNvSpPr>
          <p:nvPr/>
        </p:nvSpPr>
        <p:spPr>
          <a:xfrm>
            <a:off x="10915650" y="6400800"/>
            <a:ext cx="590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defRPr sz="1350" b="1">
                <a:solidFill>
                  <a:srgbClr val="91A3A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91A3A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5625038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lide-title">
            <a:extLst>
              <a:ext uri="{FF2B5EF4-FFF2-40B4-BE49-F238E27FC236}">
                <a16:creationId xmlns:a16="http://schemas.microsoft.com/office/drawing/2014/main" id="{2EC0D6E2-ABD8-4A43-BA92-009F761211E8}"/>
              </a:ext>
            </a:extLst>
          </p:cNvPr>
          <p:cNvSpPr>
            <a:spLocks noGrp="1"/>
          </p:cNvSpPr>
          <p:nvPr/>
        </p:nvSpPr>
        <p:spPr>
          <a:xfrm>
            <a:off x="685800" y="438150"/>
            <a:ext cx="108204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600" b="1">
                <a:solidFill>
                  <a:srgbClr val="20313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313A"/>
                </a:solidFill>
                <a:latin typeface="Arial"/>
                <a:ea typeface="Arial"/>
                <a:cs typeface="Arial"/>
              </a:rPr>
              <a:t>План связывает задачи и сроки</a:t>
            </a:r>
          </a:p>
        </p:txBody>
      </p:sp>
      <p:sp>
        <p:nvSpPr>
          <p:cNvPr id="2" name="slide-subtitle">
            <a:extLst>
              <a:ext uri="{FF2B5EF4-FFF2-40B4-BE49-F238E27FC236}">
                <a16:creationId xmlns:a16="http://schemas.microsoft.com/office/drawing/2014/main" id="{7318B7DB-2E85-4753-B28A-B9DC49EDFADE}"/>
              </a:ext>
            </a:extLst>
          </p:cNvPr>
          <p:cNvSpPr>
            <a:spLocks noGrp="1"/>
          </p:cNvSpPr>
          <p:nvPr/>
        </p:nvSpPr>
        <p:spPr>
          <a:xfrm>
            <a:off x="704850" y="1038225"/>
            <a:ext cx="10001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650" b="0">
                <a:solidFill>
                  <a:srgbClr val="64737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4737B"/>
                </a:solidFill>
                <a:latin typeface="Arial"/>
                <a:ea typeface="Arial"/>
                <a:cs typeface="Arial"/>
              </a:rPr>
              <a:t>Заполните четыре строки или добавьте новые</a:t>
            </a:r>
          </a:p>
        </p:txBody>
      </p:sp>
      <p:sp>
        <p:nvSpPr>
          <p:cNvPr id="3" name="progress-1">
            <a:extLst>
              <a:ext uri="{FF2B5EF4-FFF2-40B4-BE49-F238E27FC236}">
                <a16:creationId xmlns:a16="http://schemas.microsoft.com/office/drawing/2014/main" id="{135B492E-73A7-434F-9059-44291EF41323}"/>
              </a:ext>
            </a:extLst>
          </p:cNvPr>
          <p:cNvSpPr>
            <a:spLocks noGrp="1"/>
          </p:cNvSpPr>
          <p:nvPr/>
        </p:nvSpPr>
        <p:spPr>
          <a:xfrm>
            <a:off x="685800" y="1438275"/>
            <a:ext cx="1739900" cy="57150"/>
          </a:xfrm>
          <a:prstGeom prst="roundRect">
            <a:avLst>
              <a:gd name="adj" fmla="val 50000"/>
            </a:avLst>
          </a:prstGeom>
          <a:solidFill>
            <a:srgbClr val="E9785B"/>
          </a:solidFill>
          <a:ln w="0">
            <a:noFill/>
            <a:prstDash val="solid"/>
          </a:ln>
        </p:spPr>
      </p:sp>
      <p:sp>
        <p:nvSpPr>
          <p:cNvPr id="4" name="progress-2">
            <a:extLst>
              <a:ext uri="{FF2B5EF4-FFF2-40B4-BE49-F238E27FC236}">
                <a16:creationId xmlns:a16="http://schemas.microsoft.com/office/drawing/2014/main" id="{03A247CE-FFFF-4494-96D4-2CE5141FB711}"/>
              </a:ext>
            </a:extLst>
          </p:cNvPr>
          <p:cNvSpPr>
            <a:spLocks noGrp="1"/>
          </p:cNvSpPr>
          <p:nvPr/>
        </p:nvSpPr>
        <p:spPr>
          <a:xfrm>
            <a:off x="2501900" y="1438275"/>
            <a:ext cx="1739900" cy="57150"/>
          </a:xfrm>
          <a:prstGeom prst="roundRect">
            <a:avLst>
              <a:gd name="adj" fmla="val 50000"/>
            </a:avLst>
          </a:prstGeom>
          <a:solidFill>
            <a:srgbClr val="E8B04A"/>
          </a:solidFill>
          <a:ln w="0">
            <a:noFill/>
            <a:prstDash val="solid"/>
          </a:ln>
        </p:spPr>
      </p:sp>
      <p:sp>
        <p:nvSpPr>
          <p:cNvPr id="5" name="progress-3">
            <a:extLst>
              <a:ext uri="{FF2B5EF4-FFF2-40B4-BE49-F238E27FC236}">
                <a16:creationId xmlns:a16="http://schemas.microsoft.com/office/drawing/2014/main" id="{53E63A2E-86ED-437F-99CC-F56023DBC73B}"/>
              </a:ext>
            </a:extLst>
          </p:cNvPr>
          <p:cNvSpPr>
            <a:spLocks noGrp="1"/>
          </p:cNvSpPr>
          <p:nvPr/>
        </p:nvSpPr>
        <p:spPr>
          <a:xfrm>
            <a:off x="4318000" y="1438275"/>
            <a:ext cx="1739900" cy="57150"/>
          </a:xfrm>
          <a:prstGeom prst="roundRect">
            <a:avLst>
              <a:gd name="adj" fmla="val 50000"/>
            </a:avLst>
          </a:prstGeom>
          <a:solidFill>
            <a:srgbClr val="DCE4E4"/>
          </a:solidFill>
          <a:ln w="0">
            <a:noFill/>
            <a:prstDash val="solid"/>
          </a:ln>
        </p:spPr>
      </p:sp>
      <p:sp>
        <p:nvSpPr>
          <p:cNvPr id="6" name="progress-4">
            <a:extLst>
              <a:ext uri="{FF2B5EF4-FFF2-40B4-BE49-F238E27FC236}">
                <a16:creationId xmlns:a16="http://schemas.microsoft.com/office/drawing/2014/main" id="{AA09D644-1E18-47FF-8EBC-CC494A7F5556}"/>
              </a:ext>
            </a:extLst>
          </p:cNvPr>
          <p:cNvSpPr>
            <a:spLocks noGrp="1"/>
          </p:cNvSpPr>
          <p:nvPr/>
        </p:nvSpPr>
        <p:spPr>
          <a:xfrm>
            <a:off x="6134100" y="1438275"/>
            <a:ext cx="1739900" cy="57150"/>
          </a:xfrm>
          <a:prstGeom prst="roundRect">
            <a:avLst>
              <a:gd name="adj" fmla="val 50000"/>
            </a:avLst>
          </a:prstGeom>
          <a:solidFill>
            <a:srgbClr val="DCE4E4"/>
          </a:solidFill>
          <a:ln w="0">
            <a:noFill/>
            <a:prstDash val="solid"/>
          </a:ln>
        </p:spPr>
      </p:sp>
      <p:sp>
        <p:nvSpPr>
          <p:cNvPr id="7" name="progress-5">
            <a:extLst>
              <a:ext uri="{FF2B5EF4-FFF2-40B4-BE49-F238E27FC236}">
                <a16:creationId xmlns:a16="http://schemas.microsoft.com/office/drawing/2014/main" id="{04210D46-2B75-425A-A806-A2A678EEF827}"/>
              </a:ext>
            </a:extLst>
          </p:cNvPr>
          <p:cNvSpPr>
            <a:spLocks noGrp="1"/>
          </p:cNvSpPr>
          <p:nvPr/>
        </p:nvSpPr>
        <p:spPr>
          <a:xfrm>
            <a:off x="7950200" y="1438275"/>
            <a:ext cx="1739900" cy="57150"/>
          </a:xfrm>
          <a:prstGeom prst="roundRect">
            <a:avLst>
              <a:gd name="adj" fmla="val 50000"/>
            </a:avLst>
          </a:prstGeom>
          <a:solidFill>
            <a:srgbClr val="DCE4E4"/>
          </a:solidFill>
          <a:ln w="0">
            <a:noFill/>
            <a:prstDash val="solid"/>
          </a:ln>
        </p:spPr>
      </p:sp>
      <p:sp>
        <p:nvSpPr>
          <p:cNvPr id="8" name="progress-6">
            <a:extLst>
              <a:ext uri="{FF2B5EF4-FFF2-40B4-BE49-F238E27FC236}">
                <a16:creationId xmlns:a16="http://schemas.microsoft.com/office/drawing/2014/main" id="{CBD29DFA-9E6C-423E-A67A-F2CA6D4507C8}"/>
              </a:ext>
            </a:extLst>
          </p:cNvPr>
          <p:cNvSpPr>
            <a:spLocks noGrp="1"/>
          </p:cNvSpPr>
          <p:nvPr/>
        </p:nvSpPr>
        <p:spPr>
          <a:xfrm>
            <a:off x="9766300" y="1438275"/>
            <a:ext cx="1739900" cy="57150"/>
          </a:xfrm>
          <a:prstGeom prst="roundRect">
            <a:avLst>
              <a:gd name="adj" fmla="val 50000"/>
            </a:avLst>
          </a:prstGeom>
          <a:solidFill>
            <a:srgbClr val="DCE4E4"/>
          </a:solidFill>
          <a:ln w="0">
            <a:noFill/>
            <a:prstDash val="solid"/>
          </a:ln>
        </p:spPr>
      </p:sp>
      <p:sp>
        <p:nvSpPr>
          <p:cNvPr id="9" name="plan-header-0">
            <a:extLst>
              <a:ext uri="{FF2B5EF4-FFF2-40B4-BE49-F238E27FC236}">
                <a16:creationId xmlns:a16="http://schemas.microsoft.com/office/drawing/2014/main" id="{1498B648-65E1-4086-8560-0710A5BAD393}"/>
              </a:ext>
            </a:extLst>
          </p:cNvPr>
          <p:cNvSpPr>
            <a:spLocks noGrp="1"/>
          </p:cNvSpPr>
          <p:nvPr/>
        </p:nvSpPr>
        <p:spPr>
          <a:xfrm>
            <a:off x="685800" y="1943100"/>
            <a:ext cx="819150" cy="533400"/>
          </a:xfrm>
          <a:prstGeom prst="rect">
            <a:avLst/>
          </a:prstGeom>
          <a:solidFill>
            <a:srgbClr val="E8B04A"/>
          </a:solidFill>
          <a:ln w="0">
            <a:noFill/>
            <a:prstDash val="solid"/>
          </a:ln>
        </p:spPr>
      </p:sp>
      <p:sp>
        <p:nvSpPr>
          <p:cNvPr id="10" name="plan-header-text-0">
            <a:extLst>
              <a:ext uri="{FF2B5EF4-FFF2-40B4-BE49-F238E27FC236}">
                <a16:creationId xmlns:a16="http://schemas.microsoft.com/office/drawing/2014/main" id="{C900D78A-E7B1-493F-A6AC-173DA59A773D}"/>
              </a:ext>
            </a:extLst>
          </p:cNvPr>
          <p:cNvSpPr>
            <a:spLocks noGrp="1"/>
          </p:cNvSpPr>
          <p:nvPr/>
        </p:nvSpPr>
        <p:spPr>
          <a:xfrm>
            <a:off x="781050" y="2009775"/>
            <a:ext cx="6286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№</a:t>
            </a:r>
          </a:p>
        </p:txBody>
      </p:sp>
      <p:sp>
        <p:nvSpPr>
          <p:cNvPr id="11" name="plan-header-1">
            <a:extLst>
              <a:ext uri="{FF2B5EF4-FFF2-40B4-BE49-F238E27FC236}">
                <a16:creationId xmlns:a16="http://schemas.microsoft.com/office/drawing/2014/main" id="{F6853413-0F9E-456E-82AB-310BDCF18A22}"/>
              </a:ext>
            </a:extLst>
          </p:cNvPr>
          <p:cNvSpPr>
            <a:spLocks noGrp="1"/>
          </p:cNvSpPr>
          <p:nvPr/>
        </p:nvSpPr>
        <p:spPr>
          <a:xfrm>
            <a:off x="1504950" y="1943100"/>
            <a:ext cx="4095750" cy="533400"/>
          </a:xfrm>
          <a:prstGeom prst="rect">
            <a:avLst/>
          </a:prstGeom>
          <a:solidFill>
            <a:srgbClr val="20313A"/>
          </a:solidFill>
          <a:ln w="0">
            <a:noFill/>
            <a:prstDash val="solid"/>
          </a:ln>
        </p:spPr>
      </p:sp>
      <p:sp>
        <p:nvSpPr>
          <p:cNvPr id="12" name="plan-header-text-1">
            <a:extLst>
              <a:ext uri="{FF2B5EF4-FFF2-40B4-BE49-F238E27FC236}">
                <a16:creationId xmlns:a16="http://schemas.microsoft.com/office/drawing/2014/main" id="{9FCE62D4-E5EC-49BB-B9C7-2A7823D0C576}"/>
              </a:ext>
            </a:extLst>
          </p:cNvPr>
          <p:cNvSpPr>
            <a:spLocks noGrp="1"/>
          </p:cNvSpPr>
          <p:nvPr/>
        </p:nvSpPr>
        <p:spPr>
          <a:xfrm>
            <a:off x="1600200" y="2009775"/>
            <a:ext cx="3905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Задача</a:t>
            </a:r>
          </a:p>
        </p:txBody>
      </p:sp>
      <p:sp>
        <p:nvSpPr>
          <p:cNvPr id="13" name="plan-header-2">
            <a:extLst>
              <a:ext uri="{FF2B5EF4-FFF2-40B4-BE49-F238E27FC236}">
                <a16:creationId xmlns:a16="http://schemas.microsoft.com/office/drawing/2014/main" id="{EF638775-40C0-4253-A7DC-62D122278386}"/>
              </a:ext>
            </a:extLst>
          </p:cNvPr>
          <p:cNvSpPr>
            <a:spLocks noGrp="1"/>
          </p:cNvSpPr>
          <p:nvPr/>
        </p:nvSpPr>
        <p:spPr>
          <a:xfrm>
            <a:off x="5600700" y="1943100"/>
            <a:ext cx="1657350" cy="533400"/>
          </a:xfrm>
          <a:prstGeom prst="rect">
            <a:avLst/>
          </a:prstGeom>
          <a:solidFill>
            <a:srgbClr val="20313A"/>
          </a:solidFill>
          <a:ln w="0">
            <a:noFill/>
            <a:prstDash val="solid"/>
          </a:ln>
        </p:spPr>
      </p:sp>
      <p:sp>
        <p:nvSpPr>
          <p:cNvPr id="14" name="plan-header-text-2">
            <a:extLst>
              <a:ext uri="{FF2B5EF4-FFF2-40B4-BE49-F238E27FC236}">
                <a16:creationId xmlns:a16="http://schemas.microsoft.com/office/drawing/2014/main" id="{740C5EA6-96DF-43A7-8DC0-04ECF6DBDC6B}"/>
              </a:ext>
            </a:extLst>
          </p:cNvPr>
          <p:cNvSpPr>
            <a:spLocks noGrp="1"/>
          </p:cNvSpPr>
          <p:nvPr/>
        </p:nvSpPr>
        <p:spPr>
          <a:xfrm>
            <a:off x="5695950" y="2009775"/>
            <a:ext cx="14668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Срок</a:t>
            </a:r>
          </a:p>
        </p:txBody>
      </p:sp>
      <p:sp>
        <p:nvSpPr>
          <p:cNvPr id="15" name="plan-header-3">
            <a:extLst>
              <a:ext uri="{FF2B5EF4-FFF2-40B4-BE49-F238E27FC236}">
                <a16:creationId xmlns:a16="http://schemas.microsoft.com/office/drawing/2014/main" id="{E8B23F39-05E7-4791-A08D-91074F148F6E}"/>
              </a:ext>
            </a:extLst>
          </p:cNvPr>
          <p:cNvSpPr>
            <a:spLocks noGrp="1"/>
          </p:cNvSpPr>
          <p:nvPr/>
        </p:nvSpPr>
        <p:spPr>
          <a:xfrm>
            <a:off x="7258050" y="1943100"/>
            <a:ext cx="2000250" cy="533400"/>
          </a:xfrm>
          <a:prstGeom prst="rect">
            <a:avLst/>
          </a:prstGeom>
          <a:solidFill>
            <a:srgbClr val="20313A"/>
          </a:solidFill>
          <a:ln w="0">
            <a:noFill/>
            <a:prstDash val="solid"/>
          </a:ln>
        </p:spPr>
      </p:sp>
      <p:sp>
        <p:nvSpPr>
          <p:cNvPr id="16" name="plan-header-text-3">
            <a:extLst>
              <a:ext uri="{FF2B5EF4-FFF2-40B4-BE49-F238E27FC236}">
                <a16:creationId xmlns:a16="http://schemas.microsoft.com/office/drawing/2014/main" id="{7E51A584-3281-4CEE-AB61-654D1728D45F}"/>
              </a:ext>
            </a:extLst>
          </p:cNvPr>
          <p:cNvSpPr>
            <a:spLocks noGrp="1"/>
          </p:cNvSpPr>
          <p:nvPr/>
        </p:nvSpPr>
        <p:spPr>
          <a:xfrm>
            <a:off x="7353300" y="2009775"/>
            <a:ext cx="1809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Ответственный</a:t>
            </a:r>
          </a:p>
        </p:txBody>
      </p:sp>
      <p:sp>
        <p:nvSpPr>
          <p:cNvPr id="17" name="plan-header-4">
            <a:extLst>
              <a:ext uri="{FF2B5EF4-FFF2-40B4-BE49-F238E27FC236}">
                <a16:creationId xmlns:a16="http://schemas.microsoft.com/office/drawing/2014/main" id="{DD128EF1-749B-457C-B7CF-49AD07030E66}"/>
              </a:ext>
            </a:extLst>
          </p:cNvPr>
          <p:cNvSpPr>
            <a:spLocks noGrp="1"/>
          </p:cNvSpPr>
          <p:nvPr/>
        </p:nvSpPr>
        <p:spPr>
          <a:xfrm>
            <a:off x="9258300" y="1943100"/>
            <a:ext cx="2247900" cy="533400"/>
          </a:xfrm>
          <a:prstGeom prst="rect">
            <a:avLst/>
          </a:prstGeom>
          <a:solidFill>
            <a:srgbClr val="20313A"/>
          </a:solidFill>
          <a:ln w="0">
            <a:noFill/>
            <a:prstDash val="solid"/>
          </a:ln>
        </p:spPr>
      </p:sp>
      <p:sp>
        <p:nvSpPr>
          <p:cNvPr id="18" name="plan-header-text-4">
            <a:extLst>
              <a:ext uri="{FF2B5EF4-FFF2-40B4-BE49-F238E27FC236}">
                <a16:creationId xmlns:a16="http://schemas.microsoft.com/office/drawing/2014/main" id="{29B9D4B7-CF95-4B1F-A428-360545DAED83}"/>
              </a:ext>
            </a:extLst>
          </p:cNvPr>
          <p:cNvSpPr>
            <a:spLocks noGrp="1"/>
          </p:cNvSpPr>
          <p:nvPr/>
        </p:nvSpPr>
        <p:spPr>
          <a:xfrm>
            <a:off x="9353550" y="2009775"/>
            <a:ext cx="20574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Результат</a:t>
            </a:r>
          </a:p>
        </p:txBody>
      </p:sp>
      <p:sp>
        <p:nvSpPr>
          <p:cNvPr id="19" name="plan-row-1">
            <a:extLst>
              <a:ext uri="{FF2B5EF4-FFF2-40B4-BE49-F238E27FC236}">
                <a16:creationId xmlns:a16="http://schemas.microsoft.com/office/drawing/2014/main" id="{2CB14B48-DFAF-449B-BFC0-AAF4A76CD8A5}"/>
              </a:ext>
            </a:extLst>
          </p:cNvPr>
          <p:cNvSpPr>
            <a:spLocks noGrp="1"/>
          </p:cNvSpPr>
          <p:nvPr/>
        </p:nvSpPr>
        <p:spPr>
          <a:xfrm>
            <a:off x="685800" y="2476500"/>
            <a:ext cx="10820400" cy="790575"/>
          </a:xfrm>
          <a:prstGeom prst="rect">
            <a:avLst/>
          </a:prstGeom>
          <a:solidFill>
            <a:srgbClr val="FFFFFF"/>
          </a:solidFill>
          <a:ln w="9525">
            <a:solidFill>
              <a:srgbClr val="DCE4E4"/>
            </a:solidFill>
            <a:prstDash val="solid"/>
          </a:ln>
        </p:spPr>
      </p:sp>
      <p:sp>
        <p:nvSpPr>
          <p:cNvPr id="20" name="plan-cell-0-0">
            <a:extLst>
              <a:ext uri="{FF2B5EF4-FFF2-40B4-BE49-F238E27FC236}">
                <a16:creationId xmlns:a16="http://schemas.microsoft.com/office/drawing/2014/main" id="{3BF8AD5B-97C9-4F2C-8787-71E4A02D358D}"/>
              </a:ext>
            </a:extLst>
          </p:cNvPr>
          <p:cNvSpPr>
            <a:spLocks noGrp="1"/>
          </p:cNvSpPr>
          <p:nvPr/>
        </p:nvSpPr>
        <p:spPr>
          <a:xfrm>
            <a:off x="819150" y="2667000"/>
            <a:ext cx="5524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800" b="1">
                <a:solidFill>
                  <a:srgbClr val="E8B0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E8B04A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21" name="plan-v-0-1">
            <a:extLst>
              <a:ext uri="{FF2B5EF4-FFF2-40B4-BE49-F238E27FC236}">
                <a16:creationId xmlns:a16="http://schemas.microsoft.com/office/drawing/2014/main" id="{DB75C9B1-D2C1-4F10-8BF1-608E6751B418}"/>
              </a:ext>
            </a:extLst>
          </p:cNvPr>
          <p:cNvSpPr>
            <a:spLocks noGrp="1"/>
          </p:cNvSpPr>
          <p:nvPr/>
        </p:nvSpPr>
        <p:spPr>
          <a:xfrm>
            <a:off x="1504950" y="2476500"/>
            <a:ext cx="9525" cy="790575"/>
          </a:xfrm>
          <a:prstGeom prst="line">
            <a:avLst/>
          </a:prstGeom>
          <a:noFill/>
          <a:ln w="9525">
            <a:solidFill>
              <a:srgbClr val="DCE4E4"/>
            </a:solidFill>
            <a:prstDash val="solid"/>
          </a:ln>
        </p:spPr>
      </p:sp>
      <p:sp>
        <p:nvSpPr>
          <p:cNvPr id="22" name="plan-cell-0-1">
            <a:extLst>
              <a:ext uri="{FF2B5EF4-FFF2-40B4-BE49-F238E27FC236}">
                <a16:creationId xmlns:a16="http://schemas.microsoft.com/office/drawing/2014/main" id="{39E56467-672B-4309-9825-17C3A268F433}"/>
              </a:ext>
            </a:extLst>
          </p:cNvPr>
          <p:cNvSpPr>
            <a:spLocks noGrp="1"/>
          </p:cNvSpPr>
          <p:nvPr/>
        </p:nvSpPr>
        <p:spPr>
          <a:xfrm>
            <a:off x="1638300" y="2667000"/>
            <a:ext cx="3829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75" b="0">
                <a:solidFill>
                  <a:srgbClr val="64737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37B"/>
                </a:solidFill>
                <a:latin typeface="Arial"/>
                <a:ea typeface="Arial"/>
                <a:cs typeface="Arial"/>
              </a:rPr>
              <a:t>Опишите задачу</a:t>
            </a:r>
          </a:p>
        </p:txBody>
      </p:sp>
      <p:sp>
        <p:nvSpPr>
          <p:cNvPr id="23" name="plan-v-0-2">
            <a:extLst>
              <a:ext uri="{FF2B5EF4-FFF2-40B4-BE49-F238E27FC236}">
                <a16:creationId xmlns:a16="http://schemas.microsoft.com/office/drawing/2014/main" id="{550AC07F-18DA-42BC-81A1-5F70D14D447E}"/>
              </a:ext>
            </a:extLst>
          </p:cNvPr>
          <p:cNvSpPr>
            <a:spLocks noGrp="1"/>
          </p:cNvSpPr>
          <p:nvPr/>
        </p:nvSpPr>
        <p:spPr>
          <a:xfrm>
            <a:off x="5600700" y="2476500"/>
            <a:ext cx="9525" cy="790575"/>
          </a:xfrm>
          <a:prstGeom prst="line">
            <a:avLst/>
          </a:prstGeom>
          <a:noFill/>
          <a:ln w="9525">
            <a:solidFill>
              <a:srgbClr val="DCE4E4"/>
            </a:solidFill>
            <a:prstDash val="solid"/>
          </a:ln>
        </p:spPr>
      </p:sp>
      <p:sp>
        <p:nvSpPr>
          <p:cNvPr id="24" name="plan-cell-0-2">
            <a:extLst>
              <a:ext uri="{FF2B5EF4-FFF2-40B4-BE49-F238E27FC236}">
                <a16:creationId xmlns:a16="http://schemas.microsoft.com/office/drawing/2014/main" id="{BDD28D99-A3A2-483D-B939-7B5601F45029}"/>
              </a:ext>
            </a:extLst>
          </p:cNvPr>
          <p:cNvSpPr>
            <a:spLocks noGrp="1"/>
          </p:cNvSpPr>
          <p:nvPr/>
        </p:nvSpPr>
        <p:spPr>
          <a:xfrm>
            <a:off x="5734050" y="2667000"/>
            <a:ext cx="13906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75" b="0">
                <a:solidFill>
                  <a:srgbClr val="64737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37B"/>
                </a:solidFill>
                <a:latin typeface="Arial"/>
                <a:ea typeface="Arial"/>
                <a:cs typeface="Arial"/>
              </a:rPr>
              <a:t>Дата</a:t>
            </a:r>
          </a:p>
        </p:txBody>
      </p:sp>
      <p:sp>
        <p:nvSpPr>
          <p:cNvPr id="25" name="plan-v-0-3">
            <a:extLst>
              <a:ext uri="{FF2B5EF4-FFF2-40B4-BE49-F238E27FC236}">
                <a16:creationId xmlns:a16="http://schemas.microsoft.com/office/drawing/2014/main" id="{0CABD50D-0CC8-4BF5-85DA-637E1EE6FB15}"/>
              </a:ext>
            </a:extLst>
          </p:cNvPr>
          <p:cNvSpPr>
            <a:spLocks noGrp="1"/>
          </p:cNvSpPr>
          <p:nvPr/>
        </p:nvSpPr>
        <p:spPr>
          <a:xfrm>
            <a:off x="7258050" y="2476500"/>
            <a:ext cx="9525" cy="790575"/>
          </a:xfrm>
          <a:prstGeom prst="line">
            <a:avLst/>
          </a:prstGeom>
          <a:noFill/>
          <a:ln w="9525">
            <a:solidFill>
              <a:srgbClr val="DCE4E4"/>
            </a:solidFill>
            <a:prstDash val="solid"/>
          </a:ln>
        </p:spPr>
      </p:sp>
      <p:sp>
        <p:nvSpPr>
          <p:cNvPr id="26" name="plan-cell-0-3">
            <a:extLst>
              <a:ext uri="{FF2B5EF4-FFF2-40B4-BE49-F238E27FC236}">
                <a16:creationId xmlns:a16="http://schemas.microsoft.com/office/drawing/2014/main" id="{341A20B8-BD17-4EB6-BBB2-7CD9E7DE24FD}"/>
              </a:ext>
            </a:extLst>
          </p:cNvPr>
          <p:cNvSpPr>
            <a:spLocks noGrp="1"/>
          </p:cNvSpPr>
          <p:nvPr/>
        </p:nvSpPr>
        <p:spPr>
          <a:xfrm>
            <a:off x="7391400" y="2667000"/>
            <a:ext cx="17335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75" b="0">
                <a:solidFill>
                  <a:srgbClr val="64737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37B"/>
                </a:solidFill>
                <a:latin typeface="Arial"/>
                <a:ea typeface="Arial"/>
                <a:cs typeface="Arial"/>
              </a:rPr>
              <a:t>Имя / роль</a:t>
            </a:r>
          </a:p>
        </p:txBody>
      </p:sp>
      <p:sp>
        <p:nvSpPr>
          <p:cNvPr id="27" name="plan-v-0-4">
            <a:extLst>
              <a:ext uri="{FF2B5EF4-FFF2-40B4-BE49-F238E27FC236}">
                <a16:creationId xmlns:a16="http://schemas.microsoft.com/office/drawing/2014/main" id="{07406C0B-4E20-48B6-98F8-EDD224FC4ED9}"/>
              </a:ext>
            </a:extLst>
          </p:cNvPr>
          <p:cNvSpPr>
            <a:spLocks noGrp="1"/>
          </p:cNvSpPr>
          <p:nvPr/>
        </p:nvSpPr>
        <p:spPr>
          <a:xfrm>
            <a:off x="9258300" y="2476500"/>
            <a:ext cx="9525" cy="790575"/>
          </a:xfrm>
          <a:prstGeom prst="line">
            <a:avLst/>
          </a:prstGeom>
          <a:noFill/>
          <a:ln w="9525">
            <a:solidFill>
              <a:srgbClr val="DCE4E4"/>
            </a:solidFill>
            <a:prstDash val="solid"/>
          </a:ln>
        </p:spPr>
      </p:sp>
      <p:sp>
        <p:nvSpPr>
          <p:cNvPr id="28" name="plan-cell-0-4">
            <a:extLst>
              <a:ext uri="{FF2B5EF4-FFF2-40B4-BE49-F238E27FC236}">
                <a16:creationId xmlns:a16="http://schemas.microsoft.com/office/drawing/2014/main" id="{33B6B88D-14E9-429C-BEE4-5E410D0CC38E}"/>
              </a:ext>
            </a:extLst>
          </p:cNvPr>
          <p:cNvSpPr>
            <a:spLocks noGrp="1"/>
          </p:cNvSpPr>
          <p:nvPr/>
        </p:nvSpPr>
        <p:spPr>
          <a:xfrm>
            <a:off x="9391650" y="2667000"/>
            <a:ext cx="19812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75" b="0">
                <a:solidFill>
                  <a:srgbClr val="64737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37B"/>
                </a:solidFill>
                <a:latin typeface="Arial"/>
                <a:ea typeface="Arial"/>
                <a:cs typeface="Arial"/>
              </a:rPr>
              <a:t>Что будет готово</a:t>
            </a:r>
          </a:p>
        </p:txBody>
      </p:sp>
      <p:sp>
        <p:nvSpPr>
          <p:cNvPr id="29" name="plan-row-2">
            <a:extLst>
              <a:ext uri="{FF2B5EF4-FFF2-40B4-BE49-F238E27FC236}">
                <a16:creationId xmlns:a16="http://schemas.microsoft.com/office/drawing/2014/main" id="{F249BC27-0E88-49DC-8B65-76962A822540}"/>
              </a:ext>
            </a:extLst>
          </p:cNvPr>
          <p:cNvSpPr>
            <a:spLocks noGrp="1"/>
          </p:cNvSpPr>
          <p:nvPr/>
        </p:nvSpPr>
        <p:spPr>
          <a:xfrm>
            <a:off x="685800" y="3267075"/>
            <a:ext cx="10820400" cy="790575"/>
          </a:xfrm>
          <a:prstGeom prst="rect">
            <a:avLst/>
          </a:prstGeom>
          <a:solidFill>
            <a:srgbClr val="EDF2F1"/>
          </a:solidFill>
          <a:ln w="9525">
            <a:solidFill>
              <a:srgbClr val="DCE4E4"/>
            </a:solidFill>
            <a:prstDash val="solid"/>
          </a:ln>
        </p:spPr>
      </p:sp>
      <p:sp>
        <p:nvSpPr>
          <p:cNvPr id="30" name="plan-cell-1-0">
            <a:extLst>
              <a:ext uri="{FF2B5EF4-FFF2-40B4-BE49-F238E27FC236}">
                <a16:creationId xmlns:a16="http://schemas.microsoft.com/office/drawing/2014/main" id="{F7FAB227-D587-48B5-A393-A63DE49A415D}"/>
              </a:ext>
            </a:extLst>
          </p:cNvPr>
          <p:cNvSpPr>
            <a:spLocks noGrp="1"/>
          </p:cNvSpPr>
          <p:nvPr/>
        </p:nvSpPr>
        <p:spPr>
          <a:xfrm>
            <a:off x="819150" y="3457575"/>
            <a:ext cx="5524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800" b="1">
                <a:solidFill>
                  <a:srgbClr val="75A9C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75A9C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1" name="plan-v-1-1">
            <a:extLst>
              <a:ext uri="{FF2B5EF4-FFF2-40B4-BE49-F238E27FC236}">
                <a16:creationId xmlns:a16="http://schemas.microsoft.com/office/drawing/2014/main" id="{CEE8DE0F-038D-4F61-942C-E08A5FD147B6}"/>
              </a:ext>
            </a:extLst>
          </p:cNvPr>
          <p:cNvSpPr>
            <a:spLocks noGrp="1"/>
          </p:cNvSpPr>
          <p:nvPr/>
        </p:nvSpPr>
        <p:spPr>
          <a:xfrm>
            <a:off x="1504950" y="3267075"/>
            <a:ext cx="9525" cy="790575"/>
          </a:xfrm>
          <a:prstGeom prst="line">
            <a:avLst/>
          </a:prstGeom>
          <a:noFill/>
          <a:ln w="9525">
            <a:solidFill>
              <a:srgbClr val="DCE4E4"/>
            </a:solidFill>
            <a:prstDash val="solid"/>
          </a:ln>
        </p:spPr>
      </p:sp>
      <p:sp>
        <p:nvSpPr>
          <p:cNvPr id="32" name="plan-cell-1-1">
            <a:extLst>
              <a:ext uri="{FF2B5EF4-FFF2-40B4-BE49-F238E27FC236}">
                <a16:creationId xmlns:a16="http://schemas.microsoft.com/office/drawing/2014/main" id="{D77C6190-5E3C-4C6C-B96B-BCB0FA979297}"/>
              </a:ext>
            </a:extLst>
          </p:cNvPr>
          <p:cNvSpPr>
            <a:spLocks noGrp="1"/>
          </p:cNvSpPr>
          <p:nvPr/>
        </p:nvSpPr>
        <p:spPr>
          <a:xfrm>
            <a:off x="1638300" y="3457575"/>
            <a:ext cx="3829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75" b="0">
                <a:solidFill>
                  <a:srgbClr val="64737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37B"/>
                </a:solidFill>
                <a:latin typeface="Arial"/>
                <a:ea typeface="Arial"/>
                <a:cs typeface="Arial"/>
              </a:rPr>
              <a:t>Опишите задачу</a:t>
            </a:r>
          </a:p>
        </p:txBody>
      </p:sp>
      <p:sp>
        <p:nvSpPr>
          <p:cNvPr id="33" name="plan-v-1-2">
            <a:extLst>
              <a:ext uri="{FF2B5EF4-FFF2-40B4-BE49-F238E27FC236}">
                <a16:creationId xmlns:a16="http://schemas.microsoft.com/office/drawing/2014/main" id="{D3B7D1D1-4DFD-4433-B5E6-70FB113DD582}"/>
              </a:ext>
            </a:extLst>
          </p:cNvPr>
          <p:cNvSpPr>
            <a:spLocks noGrp="1"/>
          </p:cNvSpPr>
          <p:nvPr/>
        </p:nvSpPr>
        <p:spPr>
          <a:xfrm>
            <a:off x="5600700" y="3267075"/>
            <a:ext cx="9525" cy="790575"/>
          </a:xfrm>
          <a:prstGeom prst="line">
            <a:avLst/>
          </a:prstGeom>
          <a:noFill/>
          <a:ln w="9525">
            <a:solidFill>
              <a:srgbClr val="DCE4E4"/>
            </a:solidFill>
            <a:prstDash val="solid"/>
          </a:ln>
        </p:spPr>
      </p:sp>
      <p:sp>
        <p:nvSpPr>
          <p:cNvPr id="34" name="plan-cell-1-2">
            <a:extLst>
              <a:ext uri="{FF2B5EF4-FFF2-40B4-BE49-F238E27FC236}">
                <a16:creationId xmlns:a16="http://schemas.microsoft.com/office/drawing/2014/main" id="{2531F782-490B-4DF3-B4D7-8FDEDB1A190A}"/>
              </a:ext>
            </a:extLst>
          </p:cNvPr>
          <p:cNvSpPr>
            <a:spLocks noGrp="1"/>
          </p:cNvSpPr>
          <p:nvPr/>
        </p:nvSpPr>
        <p:spPr>
          <a:xfrm>
            <a:off x="5734050" y="3457575"/>
            <a:ext cx="13906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75" b="0">
                <a:solidFill>
                  <a:srgbClr val="64737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37B"/>
                </a:solidFill>
                <a:latin typeface="Arial"/>
                <a:ea typeface="Arial"/>
                <a:cs typeface="Arial"/>
              </a:rPr>
              <a:t>Дата</a:t>
            </a:r>
          </a:p>
        </p:txBody>
      </p:sp>
      <p:sp>
        <p:nvSpPr>
          <p:cNvPr id="35" name="plan-v-1-3">
            <a:extLst>
              <a:ext uri="{FF2B5EF4-FFF2-40B4-BE49-F238E27FC236}">
                <a16:creationId xmlns:a16="http://schemas.microsoft.com/office/drawing/2014/main" id="{CE6AD219-B0AD-4D7A-9308-A17A15AC94A5}"/>
              </a:ext>
            </a:extLst>
          </p:cNvPr>
          <p:cNvSpPr>
            <a:spLocks noGrp="1"/>
          </p:cNvSpPr>
          <p:nvPr/>
        </p:nvSpPr>
        <p:spPr>
          <a:xfrm>
            <a:off x="7258050" y="3267075"/>
            <a:ext cx="9525" cy="790575"/>
          </a:xfrm>
          <a:prstGeom prst="line">
            <a:avLst/>
          </a:prstGeom>
          <a:noFill/>
          <a:ln w="9525">
            <a:solidFill>
              <a:srgbClr val="DCE4E4"/>
            </a:solidFill>
            <a:prstDash val="solid"/>
          </a:ln>
        </p:spPr>
      </p:sp>
      <p:sp>
        <p:nvSpPr>
          <p:cNvPr id="36" name="plan-cell-1-3">
            <a:extLst>
              <a:ext uri="{FF2B5EF4-FFF2-40B4-BE49-F238E27FC236}">
                <a16:creationId xmlns:a16="http://schemas.microsoft.com/office/drawing/2014/main" id="{82C069DA-E52A-4EAD-9F02-DF870A0690A7}"/>
              </a:ext>
            </a:extLst>
          </p:cNvPr>
          <p:cNvSpPr>
            <a:spLocks noGrp="1"/>
          </p:cNvSpPr>
          <p:nvPr/>
        </p:nvSpPr>
        <p:spPr>
          <a:xfrm>
            <a:off x="7391400" y="3457575"/>
            <a:ext cx="17335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75" b="0">
                <a:solidFill>
                  <a:srgbClr val="64737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37B"/>
                </a:solidFill>
                <a:latin typeface="Arial"/>
                <a:ea typeface="Arial"/>
                <a:cs typeface="Arial"/>
              </a:rPr>
              <a:t>Имя / роль</a:t>
            </a:r>
          </a:p>
        </p:txBody>
      </p:sp>
      <p:sp>
        <p:nvSpPr>
          <p:cNvPr id="37" name="plan-v-1-4">
            <a:extLst>
              <a:ext uri="{FF2B5EF4-FFF2-40B4-BE49-F238E27FC236}">
                <a16:creationId xmlns:a16="http://schemas.microsoft.com/office/drawing/2014/main" id="{5CAB0823-FA5D-4D8F-A8C8-BC3E9159FAE1}"/>
              </a:ext>
            </a:extLst>
          </p:cNvPr>
          <p:cNvSpPr>
            <a:spLocks noGrp="1"/>
          </p:cNvSpPr>
          <p:nvPr/>
        </p:nvSpPr>
        <p:spPr>
          <a:xfrm>
            <a:off x="9258300" y="3267075"/>
            <a:ext cx="9525" cy="790575"/>
          </a:xfrm>
          <a:prstGeom prst="line">
            <a:avLst/>
          </a:prstGeom>
          <a:noFill/>
          <a:ln w="9525">
            <a:solidFill>
              <a:srgbClr val="DCE4E4"/>
            </a:solidFill>
            <a:prstDash val="solid"/>
          </a:ln>
        </p:spPr>
      </p:sp>
      <p:sp>
        <p:nvSpPr>
          <p:cNvPr id="38" name="plan-cell-1-4">
            <a:extLst>
              <a:ext uri="{FF2B5EF4-FFF2-40B4-BE49-F238E27FC236}">
                <a16:creationId xmlns:a16="http://schemas.microsoft.com/office/drawing/2014/main" id="{9B95CA3F-83A7-4024-8C5B-C2E98A93A951}"/>
              </a:ext>
            </a:extLst>
          </p:cNvPr>
          <p:cNvSpPr>
            <a:spLocks noGrp="1"/>
          </p:cNvSpPr>
          <p:nvPr/>
        </p:nvSpPr>
        <p:spPr>
          <a:xfrm>
            <a:off x="9391650" y="3457575"/>
            <a:ext cx="19812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75" b="0">
                <a:solidFill>
                  <a:srgbClr val="64737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37B"/>
                </a:solidFill>
                <a:latin typeface="Arial"/>
                <a:ea typeface="Arial"/>
                <a:cs typeface="Arial"/>
              </a:rPr>
              <a:t>Что будет готово</a:t>
            </a:r>
          </a:p>
        </p:txBody>
      </p:sp>
      <p:sp>
        <p:nvSpPr>
          <p:cNvPr id="39" name="plan-row-3">
            <a:extLst>
              <a:ext uri="{FF2B5EF4-FFF2-40B4-BE49-F238E27FC236}">
                <a16:creationId xmlns:a16="http://schemas.microsoft.com/office/drawing/2014/main" id="{3EB05358-8706-4E91-8928-53A89AFE6D63}"/>
              </a:ext>
            </a:extLst>
          </p:cNvPr>
          <p:cNvSpPr>
            <a:spLocks noGrp="1"/>
          </p:cNvSpPr>
          <p:nvPr/>
        </p:nvSpPr>
        <p:spPr>
          <a:xfrm>
            <a:off x="685800" y="4057650"/>
            <a:ext cx="10820400" cy="790575"/>
          </a:xfrm>
          <a:prstGeom prst="rect">
            <a:avLst/>
          </a:prstGeom>
          <a:solidFill>
            <a:srgbClr val="FFFFFF"/>
          </a:solidFill>
          <a:ln w="9525">
            <a:solidFill>
              <a:srgbClr val="DCE4E4"/>
            </a:solidFill>
            <a:prstDash val="solid"/>
          </a:ln>
        </p:spPr>
      </p:sp>
      <p:sp>
        <p:nvSpPr>
          <p:cNvPr id="40" name="plan-cell-2-0">
            <a:extLst>
              <a:ext uri="{FF2B5EF4-FFF2-40B4-BE49-F238E27FC236}">
                <a16:creationId xmlns:a16="http://schemas.microsoft.com/office/drawing/2014/main" id="{2F96F139-A9B2-4324-8B9C-C6EEDC0A1F20}"/>
              </a:ext>
            </a:extLst>
          </p:cNvPr>
          <p:cNvSpPr>
            <a:spLocks noGrp="1"/>
          </p:cNvSpPr>
          <p:nvPr/>
        </p:nvSpPr>
        <p:spPr>
          <a:xfrm>
            <a:off x="819150" y="4248150"/>
            <a:ext cx="5524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800" b="1">
                <a:solidFill>
                  <a:srgbClr val="3B8C8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B8C8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1" name="plan-v-2-1">
            <a:extLst>
              <a:ext uri="{FF2B5EF4-FFF2-40B4-BE49-F238E27FC236}">
                <a16:creationId xmlns:a16="http://schemas.microsoft.com/office/drawing/2014/main" id="{E5CF24F5-D5A7-4B5D-A35A-565DDD1EC3B8}"/>
              </a:ext>
            </a:extLst>
          </p:cNvPr>
          <p:cNvSpPr>
            <a:spLocks noGrp="1"/>
          </p:cNvSpPr>
          <p:nvPr/>
        </p:nvSpPr>
        <p:spPr>
          <a:xfrm>
            <a:off x="1504950" y="4057650"/>
            <a:ext cx="9525" cy="790575"/>
          </a:xfrm>
          <a:prstGeom prst="line">
            <a:avLst/>
          </a:prstGeom>
          <a:noFill/>
          <a:ln w="9525">
            <a:solidFill>
              <a:srgbClr val="DCE4E4"/>
            </a:solidFill>
            <a:prstDash val="solid"/>
          </a:ln>
        </p:spPr>
      </p:sp>
      <p:sp>
        <p:nvSpPr>
          <p:cNvPr id="42" name="plan-cell-2-1">
            <a:extLst>
              <a:ext uri="{FF2B5EF4-FFF2-40B4-BE49-F238E27FC236}">
                <a16:creationId xmlns:a16="http://schemas.microsoft.com/office/drawing/2014/main" id="{1299AFC7-4DB3-407F-A59D-AEA6B901EA9A}"/>
              </a:ext>
            </a:extLst>
          </p:cNvPr>
          <p:cNvSpPr>
            <a:spLocks noGrp="1"/>
          </p:cNvSpPr>
          <p:nvPr/>
        </p:nvSpPr>
        <p:spPr>
          <a:xfrm>
            <a:off x="1638300" y="4248150"/>
            <a:ext cx="3829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75" b="0">
                <a:solidFill>
                  <a:srgbClr val="64737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37B"/>
                </a:solidFill>
                <a:latin typeface="Arial"/>
                <a:ea typeface="Arial"/>
                <a:cs typeface="Arial"/>
              </a:rPr>
              <a:t>Опишите задачу</a:t>
            </a:r>
          </a:p>
        </p:txBody>
      </p:sp>
      <p:sp>
        <p:nvSpPr>
          <p:cNvPr id="43" name="plan-v-2-2">
            <a:extLst>
              <a:ext uri="{FF2B5EF4-FFF2-40B4-BE49-F238E27FC236}">
                <a16:creationId xmlns:a16="http://schemas.microsoft.com/office/drawing/2014/main" id="{45FF97E4-DA5B-4075-B1F1-725A96E802CF}"/>
              </a:ext>
            </a:extLst>
          </p:cNvPr>
          <p:cNvSpPr>
            <a:spLocks noGrp="1"/>
          </p:cNvSpPr>
          <p:nvPr/>
        </p:nvSpPr>
        <p:spPr>
          <a:xfrm>
            <a:off x="5600700" y="4057650"/>
            <a:ext cx="9525" cy="790575"/>
          </a:xfrm>
          <a:prstGeom prst="line">
            <a:avLst/>
          </a:prstGeom>
          <a:noFill/>
          <a:ln w="9525">
            <a:solidFill>
              <a:srgbClr val="DCE4E4"/>
            </a:solidFill>
            <a:prstDash val="solid"/>
          </a:ln>
        </p:spPr>
      </p:sp>
      <p:sp>
        <p:nvSpPr>
          <p:cNvPr id="44" name="plan-cell-2-2">
            <a:extLst>
              <a:ext uri="{FF2B5EF4-FFF2-40B4-BE49-F238E27FC236}">
                <a16:creationId xmlns:a16="http://schemas.microsoft.com/office/drawing/2014/main" id="{74F490DD-0AB8-460E-A5C7-B06F00C5FF34}"/>
              </a:ext>
            </a:extLst>
          </p:cNvPr>
          <p:cNvSpPr>
            <a:spLocks noGrp="1"/>
          </p:cNvSpPr>
          <p:nvPr/>
        </p:nvSpPr>
        <p:spPr>
          <a:xfrm>
            <a:off x="5734050" y="4248150"/>
            <a:ext cx="13906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75" b="0">
                <a:solidFill>
                  <a:srgbClr val="64737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37B"/>
                </a:solidFill>
                <a:latin typeface="Arial"/>
                <a:ea typeface="Arial"/>
                <a:cs typeface="Arial"/>
              </a:rPr>
              <a:t>Дата</a:t>
            </a:r>
          </a:p>
        </p:txBody>
      </p:sp>
      <p:sp>
        <p:nvSpPr>
          <p:cNvPr id="45" name="plan-v-2-3">
            <a:extLst>
              <a:ext uri="{FF2B5EF4-FFF2-40B4-BE49-F238E27FC236}">
                <a16:creationId xmlns:a16="http://schemas.microsoft.com/office/drawing/2014/main" id="{CBA9B113-D6A7-4BD7-9E59-29BFFCE61F02}"/>
              </a:ext>
            </a:extLst>
          </p:cNvPr>
          <p:cNvSpPr>
            <a:spLocks noGrp="1"/>
          </p:cNvSpPr>
          <p:nvPr/>
        </p:nvSpPr>
        <p:spPr>
          <a:xfrm>
            <a:off x="7258050" y="4057650"/>
            <a:ext cx="9525" cy="790575"/>
          </a:xfrm>
          <a:prstGeom prst="line">
            <a:avLst/>
          </a:prstGeom>
          <a:noFill/>
          <a:ln w="9525">
            <a:solidFill>
              <a:srgbClr val="DCE4E4"/>
            </a:solidFill>
            <a:prstDash val="solid"/>
          </a:ln>
        </p:spPr>
      </p:sp>
      <p:sp>
        <p:nvSpPr>
          <p:cNvPr id="46" name="plan-cell-2-3">
            <a:extLst>
              <a:ext uri="{FF2B5EF4-FFF2-40B4-BE49-F238E27FC236}">
                <a16:creationId xmlns:a16="http://schemas.microsoft.com/office/drawing/2014/main" id="{CA36B0B3-C115-4C28-A02B-86AE4CFB1EEC}"/>
              </a:ext>
            </a:extLst>
          </p:cNvPr>
          <p:cNvSpPr>
            <a:spLocks noGrp="1"/>
          </p:cNvSpPr>
          <p:nvPr/>
        </p:nvSpPr>
        <p:spPr>
          <a:xfrm>
            <a:off x="7391400" y="4248150"/>
            <a:ext cx="17335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75" b="0">
                <a:solidFill>
                  <a:srgbClr val="64737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37B"/>
                </a:solidFill>
                <a:latin typeface="Arial"/>
                <a:ea typeface="Arial"/>
                <a:cs typeface="Arial"/>
              </a:rPr>
              <a:t>Имя / роль</a:t>
            </a:r>
          </a:p>
        </p:txBody>
      </p:sp>
      <p:sp>
        <p:nvSpPr>
          <p:cNvPr id="47" name="plan-v-2-4">
            <a:extLst>
              <a:ext uri="{FF2B5EF4-FFF2-40B4-BE49-F238E27FC236}">
                <a16:creationId xmlns:a16="http://schemas.microsoft.com/office/drawing/2014/main" id="{8DF412D5-A4FC-421D-B964-FACFE78F3F06}"/>
              </a:ext>
            </a:extLst>
          </p:cNvPr>
          <p:cNvSpPr>
            <a:spLocks noGrp="1"/>
          </p:cNvSpPr>
          <p:nvPr/>
        </p:nvSpPr>
        <p:spPr>
          <a:xfrm>
            <a:off x="9258300" y="4057650"/>
            <a:ext cx="9525" cy="790575"/>
          </a:xfrm>
          <a:prstGeom prst="line">
            <a:avLst/>
          </a:prstGeom>
          <a:noFill/>
          <a:ln w="9525">
            <a:solidFill>
              <a:srgbClr val="DCE4E4"/>
            </a:solidFill>
            <a:prstDash val="solid"/>
          </a:ln>
        </p:spPr>
      </p:sp>
      <p:sp>
        <p:nvSpPr>
          <p:cNvPr id="48" name="plan-cell-2-4">
            <a:extLst>
              <a:ext uri="{FF2B5EF4-FFF2-40B4-BE49-F238E27FC236}">
                <a16:creationId xmlns:a16="http://schemas.microsoft.com/office/drawing/2014/main" id="{77C9A85F-5FF0-40B2-B390-09E3CAC7A480}"/>
              </a:ext>
            </a:extLst>
          </p:cNvPr>
          <p:cNvSpPr>
            <a:spLocks noGrp="1"/>
          </p:cNvSpPr>
          <p:nvPr/>
        </p:nvSpPr>
        <p:spPr>
          <a:xfrm>
            <a:off x="9391650" y="4248150"/>
            <a:ext cx="19812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75" b="0">
                <a:solidFill>
                  <a:srgbClr val="64737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37B"/>
                </a:solidFill>
                <a:latin typeface="Arial"/>
                <a:ea typeface="Arial"/>
                <a:cs typeface="Arial"/>
              </a:rPr>
              <a:t>Что будет готово</a:t>
            </a:r>
          </a:p>
        </p:txBody>
      </p:sp>
      <p:sp>
        <p:nvSpPr>
          <p:cNvPr id="49" name="plan-row-4">
            <a:extLst>
              <a:ext uri="{FF2B5EF4-FFF2-40B4-BE49-F238E27FC236}">
                <a16:creationId xmlns:a16="http://schemas.microsoft.com/office/drawing/2014/main" id="{F40317E1-7906-4835-9306-4F394B8B39A8}"/>
              </a:ext>
            </a:extLst>
          </p:cNvPr>
          <p:cNvSpPr>
            <a:spLocks noGrp="1"/>
          </p:cNvSpPr>
          <p:nvPr/>
        </p:nvSpPr>
        <p:spPr>
          <a:xfrm>
            <a:off x="685800" y="4848225"/>
            <a:ext cx="10820400" cy="790575"/>
          </a:xfrm>
          <a:prstGeom prst="rect">
            <a:avLst/>
          </a:prstGeom>
          <a:solidFill>
            <a:srgbClr val="EDF2F1"/>
          </a:solidFill>
          <a:ln w="9525">
            <a:solidFill>
              <a:srgbClr val="DCE4E4"/>
            </a:solidFill>
            <a:prstDash val="solid"/>
          </a:ln>
        </p:spPr>
      </p:sp>
      <p:sp>
        <p:nvSpPr>
          <p:cNvPr id="50" name="plan-cell-3-0">
            <a:extLst>
              <a:ext uri="{FF2B5EF4-FFF2-40B4-BE49-F238E27FC236}">
                <a16:creationId xmlns:a16="http://schemas.microsoft.com/office/drawing/2014/main" id="{41F86089-934F-47F4-B8F7-B7A30883A1EE}"/>
              </a:ext>
            </a:extLst>
          </p:cNvPr>
          <p:cNvSpPr>
            <a:spLocks noGrp="1"/>
          </p:cNvSpPr>
          <p:nvPr/>
        </p:nvSpPr>
        <p:spPr>
          <a:xfrm>
            <a:off x="819150" y="5038725"/>
            <a:ext cx="5524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800" b="1">
                <a:solidFill>
                  <a:srgbClr val="6FAE8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6FAE8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1" name="plan-v-3-1">
            <a:extLst>
              <a:ext uri="{FF2B5EF4-FFF2-40B4-BE49-F238E27FC236}">
                <a16:creationId xmlns:a16="http://schemas.microsoft.com/office/drawing/2014/main" id="{01152696-4EDC-42CB-9E83-D1745F2A8A92}"/>
              </a:ext>
            </a:extLst>
          </p:cNvPr>
          <p:cNvSpPr>
            <a:spLocks noGrp="1"/>
          </p:cNvSpPr>
          <p:nvPr/>
        </p:nvSpPr>
        <p:spPr>
          <a:xfrm>
            <a:off x="1504950" y="4848225"/>
            <a:ext cx="9525" cy="790575"/>
          </a:xfrm>
          <a:prstGeom prst="line">
            <a:avLst/>
          </a:prstGeom>
          <a:noFill/>
          <a:ln w="9525">
            <a:solidFill>
              <a:srgbClr val="DCE4E4"/>
            </a:solidFill>
            <a:prstDash val="solid"/>
          </a:ln>
        </p:spPr>
      </p:sp>
      <p:sp>
        <p:nvSpPr>
          <p:cNvPr id="52" name="plan-cell-3-1">
            <a:extLst>
              <a:ext uri="{FF2B5EF4-FFF2-40B4-BE49-F238E27FC236}">
                <a16:creationId xmlns:a16="http://schemas.microsoft.com/office/drawing/2014/main" id="{FA4B5D49-B9D9-41C0-B35D-489A93641744}"/>
              </a:ext>
            </a:extLst>
          </p:cNvPr>
          <p:cNvSpPr>
            <a:spLocks noGrp="1"/>
          </p:cNvSpPr>
          <p:nvPr/>
        </p:nvSpPr>
        <p:spPr>
          <a:xfrm>
            <a:off x="1638300" y="5038725"/>
            <a:ext cx="3829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75" b="0">
                <a:solidFill>
                  <a:srgbClr val="64737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37B"/>
                </a:solidFill>
                <a:latin typeface="Arial"/>
                <a:ea typeface="Arial"/>
                <a:cs typeface="Arial"/>
              </a:rPr>
              <a:t>Опишите задачу</a:t>
            </a:r>
          </a:p>
        </p:txBody>
      </p:sp>
      <p:sp>
        <p:nvSpPr>
          <p:cNvPr id="53" name="plan-v-3-2">
            <a:extLst>
              <a:ext uri="{FF2B5EF4-FFF2-40B4-BE49-F238E27FC236}">
                <a16:creationId xmlns:a16="http://schemas.microsoft.com/office/drawing/2014/main" id="{BB88CAE9-BDAF-44AE-BA27-889F5C6E8BC1}"/>
              </a:ext>
            </a:extLst>
          </p:cNvPr>
          <p:cNvSpPr>
            <a:spLocks noGrp="1"/>
          </p:cNvSpPr>
          <p:nvPr/>
        </p:nvSpPr>
        <p:spPr>
          <a:xfrm>
            <a:off x="5600700" y="4848225"/>
            <a:ext cx="9525" cy="790575"/>
          </a:xfrm>
          <a:prstGeom prst="line">
            <a:avLst/>
          </a:prstGeom>
          <a:noFill/>
          <a:ln w="9525">
            <a:solidFill>
              <a:srgbClr val="DCE4E4"/>
            </a:solidFill>
            <a:prstDash val="solid"/>
          </a:ln>
        </p:spPr>
      </p:sp>
      <p:sp>
        <p:nvSpPr>
          <p:cNvPr id="54" name="plan-cell-3-2">
            <a:extLst>
              <a:ext uri="{FF2B5EF4-FFF2-40B4-BE49-F238E27FC236}">
                <a16:creationId xmlns:a16="http://schemas.microsoft.com/office/drawing/2014/main" id="{B724C799-2A34-4ABD-A25B-F817B2C250CF}"/>
              </a:ext>
            </a:extLst>
          </p:cNvPr>
          <p:cNvSpPr>
            <a:spLocks noGrp="1"/>
          </p:cNvSpPr>
          <p:nvPr/>
        </p:nvSpPr>
        <p:spPr>
          <a:xfrm>
            <a:off x="5734050" y="5038725"/>
            <a:ext cx="13906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75" b="0">
                <a:solidFill>
                  <a:srgbClr val="64737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37B"/>
                </a:solidFill>
                <a:latin typeface="Arial"/>
                <a:ea typeface="Arial"/>
                <a:cs typeface="Arial"/>
              </a:rPr>
              <a:t>Дата</a:t>
            </a:r>
          </a:p>
        </p:txBody>
      </p:sp>
      <p:sp>
        <p:nvSpPr>
          <p:cNvPr id="55" name="plan-v-3-3">
            <a:extLst>
              <a:ext uri="{FF2B5EF4-FFF2-40B4-BE49-F238E27FC236}">
                <a16:creationId xmlns:a16="http://schemas.microsoft.com/office/drawing/2014/main" id="{ECD8BABF-5ADD-48B4-915B-E82CECD7BCC3}"/>
              </a:ext>
            </a:extLst>
          </p:cNvPr>
          <p:cNvSpPr>
            <a:spLocks noGrp="1"/>
          </p:cNvSpPr>
          <p:nvPr/>
        </p:nvSpPr>
        <p:spPr>
          <a:xfrm>
            <a:off x="7258050" y="4848225"/>
            <a:ext cx="9525" cy="790575"/>
          </a:xfrm>
          <a:prstGeom prst="line">
            <a:avLst/>
          </a:prstGeom>
          <a:noFill/>
          <a:ln w="9525">
            <a:solidFill>
              <a:srgbClr val="DCE4E4"/>
            </a:solidFill>
            <a:prstDash val="solid"/>
          </a:ln>
        </p:spPr>
      </p:sp>
      <p:sp>
        <p:nvSpPr>
          <p:cNvPr id="56" name="plan-cell-3-3">
            <a:extLst>
              <a:ext uri="{FF2B5EF4-FFF2-40B4-BE49-F238E27FC236}">
                <a16:creationId xmlns:a16="http://schemas.microsoft.com/office/drawing/2014/main" id="{95B6724E-1AD6-4FC9-9FC2-AF9CF0119666}"/>
              </a:ext>
            </a:extLst>
          </p:cNvPr>
          <p:cNvSpPr>
            <a:spLocks noGrp="1"/>
          </p:cNvSpPr>
          <p:nvPr/>
        </p:nvSpPr>
        <p:spPr>
          <a:xfrm>
            <a:off x="7391400" y="5038725"/>
            <a:ext cx="17335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75" b="0">
                <a:solidFill>
                  <a:srgbClr val="64737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37B"/>
                </a:solidFill>
                <a:latin typeface="Arial"/>
                <a:ea typeface="Arial"/>
                <a:cs typeface="Arial"/>
              </a:rPr>
              <a:t>Имя / роль</a:t>
            </a:r>
          </a:p>
        </p:txBody>
      </p:sp>
      <p:sp>
        <p:nvSpPr>
          <p:cNvPr id="57" name="plan-v-3-4">
            <a:extLst>
              <a:ext uri="{FF2B5EF4-FFF2-40B4-BE49-F238E27FC236}">
                <a16:creationId xmlns:a16="http://schemas.microsoft.com/office/drawing/2014/main" id="{2086FF07-E919-42FB-9358-D59A7C33A364}"/>
              </a:ext>
            </a:extLst>
          </p:cNvPr>
          <p:cNvSpPr>
            <a:spLocks noGrp="1"/>
          </p:cNvSpPr>
          <p:nvPr/>
        </p:nvSpPr>
        <p:spPr>
          <a:xfrm>
            <a:off x="9258300" y="4848225"/>
            <a:ext cx="9525" cy="790575"/>
          </a:xfrm>
          <a:prstGeom prst="line">
            <a:avLst/>
          </a:prstGeom>
          <a:noFill/>
          <a:ln w="9525">
            <a:solidFill>
              <a:srgbClr val="DCE4E4"/>
            </a:solidFill>
            <a:prstDash val="solid"/>
          </a:ln>
        </p:spPr>
      </p:sp>
      <p:sp>
        <p:nvSpPr>
          <p:cNvPr id="58" name="plan-cell-3-4">
            <a:extLst>
              <a:ext uri="{FF2B5EF4-FFF2-40B4-BE49-F238E27FC236}">
                <a16:creationId xmlns:a16="http://schemas.microsoft.com/office/drawing/2014/main" id="{895AE1AC-F8FD-426E-BFAC-23C650E99F1B}"/>
              </a:ext>
            </a:extLst>
          </p:cNvPr>
          <p:cNvSpPr>
            <a:spLocks noGrp="1"/>
          </p:cNvSpPr>
          <p:nvPr/>
        </p:nvSpPr>
        <p:spPr>
          <a:xfrm>
            <a:off x="9391650" y="5038725"/>
            <a:ext cx="19812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75" b="0">
                <a:solidFill>
                  <a:srgbClr val="64737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37B"/>
                </a:solidFill>
                <a:latin typeface="Arial"/>
                <a:ea typeface="Arial"/>
                <a:cs typeface="Arial"/>
              </a:rPr>
              <a:t>Что будет готово</a:t>
            </a:r>
          </a:p>
        </p:txBody>
      </p:sp>
      <p:sp>
        <p:nvSpPr>
          <p:cNvPr id="59" name="plan-milestone-label">
            <a:extLst>
              <a:ext uri="{FF2B5EF4-FFF2-40B4-BE49-F238E27FC236}">
                <a16:creationId xmlns:a16="http://schemas.microsoft.com/office/drawing/2014/main" id="{AA437CB2-0831-4585-8FB7-7EE42F9A86E9}"/>
              </a:ext>
            </a:extLst>
          </p:cNvPr>
          <p:cNvSpPr>
            <a:spLocks noGrp="1"/>
          </p:cNvSpPr>
          <p:nvPr/>
        </p:nvSpPr>
        <p:spPr>
          <a:xfrm>
            <a:off x="742950" y="5953125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75" b="1">
                <a:solidFill>
                  <a:srgbClr val="375C6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375C6D"/>
                </a:solidFill>
                <a:latin typeface="Arial"/>
                <a:ea typeface="Arial"/>
                <a:cs typeface="Arial"/>
              </a:rPr>
              <a:t>Контрольная точка</a:t>
            </a:r>
          </a:p>
        </p:txBody>
      </p:sp>
      <p:sp>
        <p:nvSpPr>
          <p:cNvPr id="60" name="plan-milestone-line">
            <a:extLst>
              <a:ext uri="{FF2B5EF4-FFF2-40B4-BE49-F238E27FC236}">
                <a16:creationId xmlns:a16="http://schemas.microsoft.com/office/drawing/2014/main" id="{83B8D224-3CAE-45C0-A2B0-4F2BA9950C51}"/>
              </a:ext>
            </a:extLst>
          </p:cNvPr>
          <p:cNvSpPr>
            <a:spLocks noGrp="1"/>
          </p:cNvSpPr>
          <p:nvPr/>
        </p:nvSpPr>
        <p:spPr>
          <a:xfrm>
            <a:off x="2762250" y="6105525"/>
            <a:ext cx="6572250" cy="9525"/>
          </a:xfrm>
          <a:prstGeom prst="line">
            <a:avLst/>
          </a:prstGeom>
          <a:noFill/>
          <a:ln w="19050">
            <a:solidFill>
              <a:srgbClr val="91A3A5"/>
            </a:solidFill>
            <a:prstDash val="solid"/>
          </a:ln>
        </p:spPr>
      </p:sp>
      <p:sp>
        <p:nvSpPr>
          <p:cNvPr id="61" name="page-4">
            <a:extLst>
              <a:ext uri="{FF2B5EF4-FFF2-40B4-BE49-F238E27FC236}">
                <a16:creationId xmlns:a16="http://schemas.microsoft.com/office/drawing/2014/main" id="{A74F01B3-360C-4918-A3C4-0BE0FA596C55}"/>
              </a:ext>
            </a:extLst>
          </p:cNvPr>
          <p:cNvSpPr>
            <a:spLocks noGrp="1"/>
          </p:cNvSpPr>
          <p:nvPr/>
        </p:nvSpPr>
        <p:spPr>
          <a:xfrm>
            <a:off x="10915650" y="6400800"/>
            <a:ext cx="590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defRPr sz="1350" b="1">
                <a:solidFill>
                  <a:srgbClr val="91A3A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91A3A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1478887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lide-title">
            <a:extLst>
              <a:ext uri="{FF2B5EF4-FFF2-40B4-BE49-F238E27FC236}">
                <a16:creationId xmlns:a16="http://schemas.microsoft.com/office/drawing/2014/main" id="{38AA5278-03E4-4196-B160-0B82CC7FB492}"/>
              </a:ext>
            </a:extLst>
          </p:cNvPr>
          <p:cNvSpPr>
            <a:spLocks noGrp="1"/>
          </p:cNvSpPr>
          <p:nvPr/>
        </p:nvSpPr>
        <p:spPr>
          <a:xfrm>
            <a:off x="685800" y="438150"/>
            <a:ext cx="108204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600" b="1">
                <a:solidFill>
                  <a:srgbClr val="20313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313A"/>
                </a:solidFill>
                <a:latin typeface="Arial"/>
                <a:ea typeface="Arial"/>
                <a:cs typeface="Arial"/>
              </a:rPr>
              <a:t>Роли делают ответственность понятной</a:t>
            </a:r>
          </a:p>
        </p:txBody>
      </p:sp>
      <p:sp>
        <p:nvSpPr>
          <p:cNvPr id="2" name="slide-subtitle">
            <a:extLst>
              <a:ext uri="{FF2B5EF4-FFF2-40B4-BE49-F238E27FC236}">
                <a16:creationId xmlns:a16="http://schemas.microsoft.com/office/drawing/2014/main" id="{DAC11E08-C8E8-4CC1-973B-44EE64393464}"/>
              </a:ext>
            </a:extLst>
          </p:cNvPr>
          <p:cNvSpPr>
            <a:spLocks noGrp="1"/>
          </p:cNvSpPr>
          <p:nvPr/>
        </p:nvSpPr>
        <p:spPr>
          <a:xfrm>
            <a:off x="704850" y="1038225"/>
            <a:ext cx="10001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650" b="0">
                <a:solidFill>
                  <a:srgbClr val="64737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4737B"/>
                </a:solidFill>
                <a:latin typeface="Arial"/>
                <a:ea typeface="Arial"/>
                <a:cs typeface="Arial"/>
              </a:rPr>
              <a:t>Укажите участников и ключевую зону ответственности каждого</a:t>
            </a:r>
          </a:p>
        </p:txBody>
      </p:sp>
      <p:sp>
        <p:nvSpPr>
          <p:cNvPr id="3" name="progress-1">
            <a:extLst>
              <a:ext uri="{FF2B5EF4-FFF2-40B4-BE49-F238E27FC236}">
                <a16:creationId xmlns:a16="http://schemas.microsoft.com/office/drawing/2014/main" id="{07558B6C-8132-4F0C-B496-332EC8C3D34C}"/>
              </a:ext>
            </a:extLst>
          </p:cNvPr>
          <p:cNvSpPr>
            <a:spLocks noGrp="1"/>
          </p:cNvSpPr>
          <p:nvPr/>
        </p:nvSpPr>
        <p:spPr>
          <a:xfrm>
            <a:off x="685800" y="1438275"/>
            <a:ext cx="1739900" cy="57150"/>
          </a:xfrm>
          <a:prstGeom prst="roundRect">
            <a:avLst>
              <a:gd name="adj" fmla="val 50000"/>
            </a:avLst>
          </a:prstGeom>
          <a:solidFill>
            <a:srgbClr val="E9785B"/>
          </a:solidFill>
          <a:ln w="0">
            <a:noFill/>
            <a:prstDash val="solid"/>
          </a:ln>
        </p:spPr>
      </p:sp>
      <p:sp>
        <p:nvSpPr>
          <p:cNvPr id="4" name="progress-2">
            <a:extLst>
              <a:ext uri="{FF2B5EF4-FFF2-40B4-BE49-F238E27FC236}">
                <a16:creationId xmlns:a16="http://schemas.microsoft.com/office/drawing/2014/main" id="{356C7972-73EC-4E70-BD19-87687889A80B}"/>
              </a:ext>
            </a:extLst>
          </p:cNvPr>
          <p:cNvSpPr>
            <a:spLocks noGrp="1"/>
          </p:cNvSpPr>
          <p:nvPr/>
        </p:nvSpPr>
        <p:spPr>
          <a:xfrm>
            <a:off x="2501900" y="1438275"/>
            <a:ext cx="1739900" cy="57150"/>
          </a:xfrm>
          <a:prstGeom prst="roundRect">
            <a:avLst>
              <a:gd name="adj" fmla="val 50000"/>
            </a:avLst>
          </a:prstGeom>
          <a:solidFill>
            <a:srgbClr val="E8B04A"/>
          </a:solidFill>
          <a:ln w="0">
            <a:noFill/>
            <a:prstDash val="solid"/>
          </a:ln>
        </p:spPr>
      </p:sp>
      <p:sp>
        <p:nvSpPr>
          <p:cNvPr id="5" name="progress-3">
            <a:extLst>
              <a:ext uri="{FF2B5EF4-FFF2-40B4-BE49-F238E27FC236}">
                <a16:creationId xmlns:a16="http://schemas.microsoft.com/office/drawing/2014/main" id="{13DA1588-E6B6-4420-9646-D6F0A006E4C1}"/>
              </a:ext>
            </a:extLst>
          </p:cNvPr>
          <p:cNvSpPr>
            <a:spLocks noGrp="1"/>
          </p:cNvSpPr>
          <p:nvPr/>
        </p:nvSpPr>
        <p:spPr>
          <a:xfrm>
            <a:off x="4318000" y="1438275"/>
            <a:ext cx="1739900" cy="57150"/>
          </a:xfrm>
          <a:prstGeom prst="roundRect">
            <a:avLst>
              <a:gd name="adj" fmla="val 50000"/>
            </a:avLst>
          </a:prstGeom>
          <a:solidFill>
            <a:srgbClr val="75A9C2"/>
          </a:solidFill>
          <a:ln w="0">
            <a:noFill/>
            <a:prstDash val="solid"/>
          </a:ln>
        </p:spPr>
      </p:sp>
      <p:sp>
        <p:nvSpPr>
          <p:cNvPr id="6" name="progress-4">
            <a:extLst>
              <a:ext uri="{FF2B5EF4-FFF2-40B4-BE49-F238E27FC236}">
                <a16:creationId xmlns:a16="http://schemas.microsoft.com/office/drawing/2014/main" id="{FBE5AFB8-B7E0-4407-A9FD-69A08D082378}"/>
              </a:ext>
            </a:extLst>
          </p:cNvPr>
          <p:cNvSpPr>
            <a:spLocks noGrp="1"/>
          </p:cNvSpPr>
          <p:nvPr/>
        </p:nvSpPr>
        <p:spPr>
          <a:xfrm>
            <a:off x="6134100" y="1438275"/>
            <a:ext cx="1739900" cy="57150"/>
          </a:xfrm>
          <a:prstGeom prst="roundRect">
            <a:avLst>
              <a:gd name="adj" fmla="val 50000"/>
            </a:avLst>
          </a:prstGeom>
          <a:solidFill>
            <a:srgbClr val="DCE4E4"/>
          </a:solidFill>
          <a:ln w="0">
            <a:noFill/>
            <a:prstDash val="solid"/>
          </a:ln>
        </p:spPr>
      </p:sp>
      <p:sp>
        <p:nvSpPr>
          <p:cNvPr id="7" name="progress-5">
            <a:extLst>
              <a:ext uri="{FF2B5EF4-FFF2-40B4-BE49-F238E27FC236}">
                <a16:creationId xmlns:a16="http://schemas.microsoft.com/office/drawing/2014/main" id="{CA272596-4EFF-4093-8F80-311D6AE8D5EE}"/>
              </a:ext>
            </a:extLst>
          </p:cNvPr>
          <p:cNvSpPr>
            <a:spLocks noGrp="1"/>
          </p:cNvSpPr>
          <p:nvPr/>
        </p:nvSpPr>
        <p:spPr>
          <a:xfrm>
            <a:off x="7950200" y="1438275"/>
            <a:ext cx="1739900" cy="57150"/>
          </a:xfrm>
          <a:prstGeom prst="roundRect">
            <a:avLst>
              <a:gd name="adj" fmla="val 50000"/>
            </a:avLst>
          </a:prstGeom>
          <a:solidFill>
            <a:srgbClr val="DCE4E4"/>
          </a:solidFill>
          <a:ln w="0">
            <a:noFill/>
            <a:prstDash val="solid"/>
          </a:ln>
        </p:spPr>
      </p:sp>
      <p:sp>
        <p:nvSpPr>
          <p:cNvPr id="8" name="progress-6">
            <a:extLst>
              <a:ext uri="{FF2B5EF4-FFF2-40B4-BE49-F238E27FC236}">
                <a16:creationId xmlns:a16="http://schemas.microsoft.com/office/drawing/2014/main" id="{C967BA79-4E17-4E5B-90B4-AB54EBF885FC}"/>
              </a:ext>
            </a:extLst>
          </p:cNvPr>
          <p:cNvSpPr>
            <a:spLocks noGrp="1"/>
          </p:cNvSpPr>
          <p:nvPr/>
        </p:nvSpPr>
        <p:spPr>
          <a:xfrm>
            <a:off x="9766300" y="1438275"/>
            <a:ext cx="1739900" cy="57150"/>
          </a:xfrm>
          <a:prstGeom prst="roundRect">
            <a:avLst>
              <a:gd name="adj" fmla="val 50000"/>
            </a:avLst>
          </a:prstGeom>
          <a:solidFill>
            <a:srgbClr val="DCE4E4"/>
          </a:solidFill>
          <a:ln w="0">
            <a:noFill/>
            <a:prstDash val="solid"/>
          </a:ln>
        </p:spPr>
      </p:sp>
      <p:sp>
        <p:nvSpPr>
          <p:cNvPr id="9" name="roles-connector-0">
            <a:extLst>
              <a:ext uri="{FF2B5EF4-FFF2-40B4-BE49-F238E27FC236}">
                <a16:creationId xmlns:a16="http://schemas.microsoft.com/office/drawing/2014/main" id="{96D350FD-62D7-4330-A5CE-5F5BB9F4484E}"/>
              </a:ext>
            </a:extLst>
          </p:cNvPr>
          <p:cNvSpPr>
            <a:spLocks noGrp="1"/>
          </p:cNvSpPr>
          <p:nvPr/>
        </p:nvSpPr>
        <p:spPr>
          <a:xfrm>
            <a:off x="2038350" y="2667000"/>
            <a:ext cx="4057650" cy="971550"/>
          </a:xfrm>
          <a:prstGeom prst="line">
            <a:avLst/>
          </a:prstGeom>
          <a:noFill/>
          <a:ln w="28575">
            <a:solidFill>
              <a:srgbClr val="91A3A5"/>
            </a:solidFill>
            <a:prstDash val="solid"/>
          </a:ln>
        </p:spPr>
      </p:sp>
      <p:sp>
        <p:nvSpPr>
          <p:cNvPr id="10" name="roles-connector-1">
            <a:extLst>
              <a:ext uri="{FF2B5EF4-FFF2-40B4-BE49-F238E27FC236}">
                <a16:creationId xmlns:a16="http://schemas.microsoft.com/office/drawing/2014/main" id="{8CBCDF67-E103-412E-8184-AEE602EA442C}"/>
              </a:ext>
            </a:extLst>
          </p:cNvPr>
          <p:cNvSpPr>
            <a:spLocks noGrp="1"/>
          </p:cNvSpPr>
          <p:nvPr/>
        </p:nvSpPr>
        <p:spPr>
          <a:xfrm flipV="1">
            <a:off x="6096000" y="2667000"/>
            <a:ext cx="4057650" cy="971550"/>
          </a:xfrm>
          <a:prstGeom prst="line">
            <a:avLst/>
          </a:prstGeom>
          <a:noFill/>
          <a:ln w="28575">
            <a:solidFill>
              <a:srgbClr val="91A3A5"/>
            </a:solidFill>
            <a:prstDash val="solid"/>
          </a:ln>
        </p:spPr>
      </p:sp>
      <p:sp>
        <p:nvSpPr>
          <p:cNvPr id="11" name="roles-connector-2">
            <a:extLst>
              <a:ext uri="{FF2B5EF4-FFF2-40B4-BE49-F238E27FC236}">
                <a16:creationId xmlns:a16="http://schemas.microsoft.com/office/drawing/2014/main" id="{D427A747-2791-4C4B-AF25-DB5394484D77}"/>
              </a:ext>
            </a:extLst>
          </p:cNvPr>
          <p:cNvSpPr>
            <a:spLocks noGrp="1"/>
          </p:cNvSpPr>
          <p:nvPr/>
        </p:nvSpPr>
        <p:spPr>
          <a:xfrm flipV="1">
            <a:off x="2038350" y="3638550"/>
            <a:ext cx="4057650" cy="1352550"/>
          </a:xfrm>
          <a:prstGeom prst="line">
            <a:avLst/>
          </a:prstGeom>
          <a:noFill/>
          <a:ln w="28575">
            <a:solidFill>
              <a:srgbClr val="91A3A5"/>
            </a:solidFill>
            <a:prstDash val="solid"/>
          </a:ln>
        </p:spPr>
      </p:sp>
      <p:sp>
        <p:nvSpPr>
          <p:cNvPr id="12" name="roles-connector-3">
            <a:extLst>
              <a:ext uri="{FF2B5EF4-FFF2-40B4-BE49-F238E27FC236}">
                <a16:creationId xmlns:a16="http://schemas.microsoft.com/office/drawing/2014/main" id="{ADEBE9CE-C763-427F-9E14-A36519F6BFD0}"/>
              </a:ext>
            </a:extLst>
          </p:cNvPr>
          <p:cNvSpPr>
            <a:spLocks noGrp="1"/>
          </p:cNvSpPr>
          <p:nvPr/>
        </p:nvSpPr>
        <p:spPr>
          <a:xfrm>
            <a:off x="6096000" y="3638550"/>
            <a:ext cx="4057650" cy="1352550"/>
          </a:xfrm>
          <a:prstGeom prst="line">
            <a:avLst/>
          </a:prstGeom>
          <a:noFill/>
          <a:ln w="28575">
            <a:solidFill>
              <a:srgbClr val="91A3A5"/>
            </a:solidFill>
            <a:prstDash val="solid"/>
          </a:ln>
        </p:spPr>
      </p:sp>
      <p:sp>
        <p:nvSpPr>
          <p:cNvPr id="13" name="roles-center">
            <a:extLst>
              <a:ext uri="{FF2B5EF4-FFF2-40B4-BE49-F238E27FC236}">
                <a16:creationId xmlns:a16="http://schemas.microsoft.com/office/drawing/2014/main" id="{AD581169-5BE6-4847-957F-4C4FF301A5F6}"/>
              </a:ext>
            </a:extLst>
          </p:cNvPr>
          <p:cNvSpPr>
            <a:spLocks noGrp="1"/>
          </p:cNvSpPr>
          <p:nvPr/>
        </p:nvSpPr>
        <p:spPr>
          <a:xfrm>
            <a:off x="5162550" y="2705100"/>
            <a:ext cx="1866900" cy="1866900"/>
          </a:xfrm>
          <a:prstGeom prst="ellipse">
            <a:avLst/>
          </a:prstGeom>
          <a:solidFill>
            <a:srgbClr val="375C6D"/>
          </a:solidFill>
          <a:ln w="0">
            <a:noFill/>
            <a:prstDash val="solid"/>
          </a:ln>
        </p:spPr>
      </p:sp>
      <p:sp>
        <p:nvSpPr>
          <p:cNvPr id="14" name="roles-center-title">
            <a:extLst>
              <a:ext uri="{FF2B5EF4-FFF2-40B4-BE49-F238E27FC236}">
                <a16:creationId xmlns:a16="http://schemas.microsoft.com/office/drawing/2014/main" id="{B35B3214-5DCD-46E8-BCDA-D6F9CD335661}"/>
              </a:ext>
            </a:extLst>
          </p:cNvPr>
          <p:cNvSpPr>
            <a:spLocks noGrp="1"/>
          </p:cNvSpPr>
          <p:nvPr/>
        </p:nvSpPr>
        <p:spPr>
          <a:xfrm>
            <a:off x="5162550" y="3219450"/>
            <a:ext cx="18669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ПРОЕКТ</a:t>
            </a:r>
          </a:p>
        </p:txBody>
      </p:sp>
      <p:sp>
        <p:nvSpPr>
          <p:cNvPr id="15" name="roles-center-subtitle">
            <a:extLst>
              <a:ext uri="{FF2B5EF4-FFF2-40B4-BE49-F238E27FC236}">
                <a16:creationId xmlns:a16="http://schemas.microsoft.com/office/drawing/2014/main" id="{4A888CB0-A1D1-4425-99CB-702A58A0C872}"/>
              </a:ext>
            </a:extLst>
          </p:cNvPr>
          <p:cNvSpPr>
            <a:spLocks noGrp="1"/>
          </p:cNvSpPr>
          <p:nvPr/>
        </p:nvSpPr>
        <p:spPr>
          <a:xfrm>
            <a:off x="5353050" y="3762375"/>
            <a:ext cx="1485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Общая цель</a:t>
            </a:r>
          </a:p>
        </p:txBody>
      </p:sp>
      <p:sp>
        <p:nvSpPr>
          <p:cNvPr id="16" name="role-0-box">
            <a:extLst>
              <a:ext uri="{FF2B5EF4-FFF2-40B4-BE49-F238E27FC236}">
                <a16:creationId xmlns:a16="http://schemas.microsoft.com/office/drawing/2014/main" id="{285E11A7-E732-4803-8A57-1D7D16541968}"/>
              </a:ext>
            </a:extLst>
          </p:cNvPr>
          <p:cNvSpPr>
            <a:spLocks noGrp="1"/>
          </p:cNvSpPr>
          <p:nvPr/>
        </p:nvSpPr>
        <p:spPr>
          <a:xfrm>
            <a:off x="657225" y="2114550"/>
            <a:ext cx="2762250" cy="1104900"/>
          </a:xfrm>
          <a:prstGeom prst="roundRect">
            <a:avLst>
              <a:gd name="adj" fmla="val 15517"/>
            </a:avLst>
          </a:prstGeom>
          <a:solidFill>
            <a:srgbClr val="FFFFFF"/>
          </a:solidFill>
          <a:ln w="28575">
            <a:solidFill>
              <a:srgbClr val="E9785B"/>
            </a:solidFill>
            <a:prstDash val="solid"/>
          </a:ln>
        </p:spPr>
      </p:sp>
      <p:sp>
        <p:nvSpPr>
          <p:cNvPr id="17" name="role-0-accent">
            <a:extLst>
              <a:ext uri="{FF2B5EF4-FFF2-40B4-BE49-F238E27FC236}">
                <a16:creationId xmlns:a16="http://schemas.microsoft.com/office/drawing/2014/main" id="{96BFC449-048C-487D-A1F1-DE61BCBB03BE}"/>
              </a:ext>
            </a:extLst>
          </p:cNvPr>
          <p:cNvSpPr>
            <a:spLocks noGrp="1"/>
          </p:cNvSpPr>
          <p:nvPr/>
        </p:nvSpPr>
        <p:spPr>
          <a:xfrm>
            <a:off x="657225" y="2114550"/>
            <a:ext cx="114300" cy="1104900"/>
          </a:xfrm>
          <a:prstGeom prst="roundRect">
            <a:avLst>
              <a:gd name="adj" fmla="val 50000"/>
            </a:avLst>
          </a:prstGeom>
          <a:solidFill>
            <a:srgbClr val="E9785B"/>
          </a:solidFill>
          <a:ln w="0">
            <a:noFill/>
            <a:prstDash val="solid"/>
          </a:ln>
        </p:spPr>
      </p:sp>
      <p:sp>
        <p:nvSpPr>
          <p:cNvPr id="18" name="role-0-title">
            <a:extLst>
              <a:ext uri="{FF2B5EF4-FFF2-40B4-BE49-F238E27FC236}">
                <a16:creationId xmlns:a16="http://schemas.microsoft.com/office/drawing/2014/main" id="{621AE6F2-E188-4100-93F8-23EEDD8BB39A}"/>
              </a:ext>
            </a:extLst>
          </p:cNvPr>
          <p:cNvSpPr>
            <a:spLocks noGrp="1"/>
          </p:cNvSpPr>
          <p:nvPr/>
        </p:nvSpPr>
        <p:spPr>
          <a:xfrm>
            <a:off x="971550" y="2305050"/>
            <a:ext cx="2190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025" b="1">
                <a:solidFill>
                  <a:srgbClr val="20313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313A"/>
                </a:solidFill>
                <a:latin typeface="Arial"/>
                <a:ea typeface="Arial"/>
                <a:cs typeface="Arial"/>
              </a:rPr>
              <a:t>Руководитель</a:t>
            </a:r>
          </a:p>
        </p:txBody>
      </p:sp>
      <p:sp>
        <p:nvSpPr>
          <p:cNvPr id="19" name="role-0-responsibility">
            <a:extLst>
              <a:ext uri="{FF2B5EF4-FFF2-40B4-BE49-F238E27FC236}">
                <a16:creationId xmlns:a16="http://schemas.microsoft.com/office/drawing/2014/main" id="{22FB7AFA-AC78-42E8-B83B-90ABEDFD4943}"/>
              </a:ext>
            </a:extLst>
          </p:cNvPr>
          <p:cNvSpPr>
            <a:spLocks noGrp="1"/>
          </p:cNvSpPr>
          <p:nvPr/>
        </p:nvSpPr>
        <p:spPr>
          <a:xfrm>
            <a:off x="971550" y="2762250"/>
            <a:ext cx="2190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00" b="0">
                <a:solidFill>
                  <a:srgbClr val="64737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4737B"/>
                </a:solidFill>
                <a:latin typeface="Arial"/>
                <a:ea typeface="Arial"/>
                <a:cs typeface="Arial"/>
              </a:rPr>
              <a:t>Принимает решения</a:t>
            </a:r>
          </a:p>
        </p:txBody>
      </p:sp>
      <p:sp>
        <p:nvSpPr>
          <p:cNvPr id="20" name="role-1-box">
            <a:extLst>
              <a:ext uri="{FF2B5EF4-FFF2-40B4-BE49-F238E27FC236}">
                <a16:creationId xmlns:a16="http://schemas.microsoft.com/office/drawing/2014/main" id="{4F7CD50C-6889-44A1-BF9A-6856C082507D}"/>
              </a:ext>
            </a:extLst>
          </p:cNvPr>
          <p:cNvSpPr>
            <a:spLocks noGrp="1"/>
          </p:cNvSpPr>
          <p:nvPr/>
        </p:nvSpPr>
        <p:spPr>
          <a:xfrm>
            <a:off x="8772525" y="2114550"/>
            <a:ext cx="2762250" cy="1104900"/>
          </a:xfrm>
          <a:prstGeom prst="roundRect">
            <a:avLst>
              <a:gd name="adj" fmla="val 15517"/>
            </a:avLst>
          </a:prstGeom>
          <a:solidFill>
            <a:srgbClr val="FFFFFF"/>
          </a:solidFill>
          <a:ln w="28575">
            <a:solidFill>
              <a:srgbClr val="3B8C88"/>
            </a:solidFill>
            <a:prstDash val="solid"/>
          </a:ln>
        </p:spPr>
      </p:sp>
      <p:sp>
        <p:nvSpPr>
          <p:cNvPr id="21" name="role-1-accent">
            <a:extLst>
              <a:ext uri="{FF2B5EF4-FFF2-40B4-BE49-F238E27FC236}">
                <a16:creationId xmlns:a16="http://schemas.microsoft.com/office/drawing/2014/main" id="{FDAF72CD-B279-415C-82DB-999BAE64915C}"/>
              </a:ext>
            </a:extLst>
          </p:cNvPr>
          <p:cNvSpPr>
            <a:spLocks noGrp="1"/>
          </p:cNvSpPr>
          <p:nvPr/>
        </p:nvSpPr>
        <p:spPr>
          <a:xfrm>
            <a:off x="8772525" y="2114550"/>
            <a:ext cx="114300" cy="1104900"/>
          </a:xfrm>
          <a:prstGeom prst="roundRect">
            <a:avLst>
              <a:gd name="adj" fmla="val 50000"/>
            </a:avLst>
          </a:prstGeom>
          <a:solidFill>
            <a:srgbClr val="3B8C88"/>
          </a:solidFill>
          <a:ln w="0">
            <a:noFill/>
            <a:prstDash val="solid"/>
          </a:ln>
        </p:spPr>
      </p:sp>
      <p:sp>
        <p:nvSpPr>
          <p:cNvPr id="22" name="role-1-title">
            <a:extLst>
              <a:ext uri="{FF2B5EF4-FFF2-40B4-BE49-F238E27FC236}">
                <a16:creationId xmlns:a16="http://schemas.microsoft.com/office/drawing/2014/main" id="{B70C7310-3225-4333-9217-91151651F43B}"/>
              </a:ext>
            </a:extLst>
          </p:cNvPr>
          <p:cNvSpPr>
            <a:spLocks noGrp="1"/>
          </p:cNvSpPr>
          <p:nvPr/>
        </p:nvSpPr>
        <p:spPr>
          <a:xfrm>
            <a:off x="9086850" y="2305050"/>
            <a:ext cx="2190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025" b="1">
                <a:solidFill>
                  <a:srgbClr val="20313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313A"/>
                </a:solidFill>
                <a:latin typeface="Arial"/>
                <a:ea typeface="Arial"/>
                <a:cs typeface="Arial"/>
              </a:rPr>
              <a:t>Команда</a:t>
            </a:r>
          </a:p>
        </p:txBody>
      </p:sp>
      <p:sp>
        <p:nvSpPr>
          <p:cNvPr id="23" name="role-1-responsibility">
            <a:extLst>
              <a:ext uri="{FF2B5EF4-FFF2-40B4-BE49-F238E27FC236}">
                <a16:creationId xmlns:a16="http://schemas.microsoft.com/office/drawing/2014/main" id="{D7E16317-1E71-4D5D-84D9-20ED7A5E1EFE}"/>
              </a:ext>
            </a:extLst>
          </p:cNvPr>
          <p:cNvSpPr>
            <a:spLocks noGrp="1"/>
          </p:cNvSpPr>
          <p:nvPr/>
        </p:nvSpPr>
        <p:spPr>
          <a:xfrm>
            <a:off x="9086850" y="2762250"/>
            <a:ext cx="2190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00" b="0">
                <a:solidFill>
                  <a:srgbClr val="64737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4737B"/>
                </a:solidFill>
                <a:latin typeface="Arial"/>
                <a:ea typeface="Arial"/>
                <a:cs typeface="Arial"/>
              </a:rPr>
              <a:t>Выполняет задачи</a:t>
            </a:r>
          </a:p>
        </p:txBody>
      </p:sp>
      <p:sp>
        <p:nvSpPr>
          <p:cNvPr id="24" name="role-2-box">
            <a:extLst>
              <a:ext uri="{FF2B5EF4-FFF2-40B4-BE49-F238E27FC236}">
                <a16:creationId xmlns:a16="http://schemas.microsoft.com/office/drawing/2014/main" id="{F615AC6B-89B6-4060-B04D-9AE89E764299}"/>
              </a:ext>
            </a:extLst>
          </p:cNvPr>
          <p:cNvSpPr>
            <a:spLocks noGrp="1"/>
          </p:cNvSpPr>
          <p:nvPr/>
        </p:nvSpPr>
        <p:spPr>
          <a:xfrm>
            <a:off x="657225" y="4438650"/>
            <a:ext cx="2762250" cy="1104900"/>
          </a:xfrm>
          <a:prstGeom prst="roundRect">
            <a:avLst>
              <a:gd name="adj" fmla="val 15517"/>
            </a:avLst>
          </a:prstGeom>
          <a:solidFill>
            <a:srgbClr val="FFFFFF"/>
          </a:solidFill>
          <a:ln w="28575">
            <a:solidFill>
              <a:srgbClr val="75A9C2"/>
            </a:solidFill>
            <a:prstDash val="solid"/>
          </a:ln>
        </p:spPr>
      </p:sp>
      <p:sp>
        <p:nvSpPr>
          <p:cNvPr id="25" name="role-2-accent">
            <a:extLst>
              <a:ext uri="{FF2B5EF4-FFF2-40B4-BE49-F238E27FC236}">
                <a16:creationId xmlns:a16="http://schemas.microsoft.com/office/drawing/2014/main" id="{886052F2-664D-43CA-B1FA-60B56EEBF2B1}"/>
              </a:ext>
            </a:extLst>
          </p:cNvPr>
          <p:cNvSpPr>
            <a:spLocks noGrp="1"/>
          </p:cNvSpPr>
          <p:nvPr/>
        </p:nvSpPr>
        <p:spPr>
          <a:xfrm>
            <a:off x="657225" y="4438650"/>
            <a:ext cx="114300" cy="1104900"/>
          </a:xfrm>
          <a:prstGeom prst="roundRect">
            <a:avLst>
              <a:gd name="adj" fmla="val 50000"/>
            </a:avLst>
          </a:prstGeom>
          <a:solidFill>
            <a:srgbClr val="75A9C2"/>
          </a:solidFill>
          <a:ln w="0">
            <a:noFill/>
            <a:prstDash val="solid"/>
          </a:ln>
        </p:spPr>
      </p:sp>
      <p:sp>
        <p:nvSpPr>
          <p:cNvPr id="26" name="role-2-title">
            <a:extLst>
              <a:ext uri="{FF2B5EF4-FFF2-40B4-BE49-F238E27FC236}">
                <a16:creationId xmlns:a16="http://schemas.microsoft.com/office/drawing/2014/main" id="{00A432B5-6F1B-42E1-8231-CEF39E642FD7}"/>
              </a:ext>
            </a:extLst>
          </p:cNvPr>
          <p:cNvSpPr>
            <a:spLocks noGrp="1"/>
          </p:cNvSpPr>
          <p:nvPr/>
        </p:nvSpPr>
        <p:spPr>
          <a:xfrm>
            <a:off x="971550" y="4629150"/>
            <a:ext cx="2190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025" b="1">
                <a:solidFill>
                  <a:srgbClr val="20313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313A"/>
                </a:solidFill>
                <a:latin typeface="Arial"/>
                <a:ea typeface="Arial"/>
                <a:cs typeface="Arial"/>
              </a:rPr>
              <a:t>Эксперт</a:t>
            </a:r>
          </a:p>
        </p:txBody>
      </p:sp>
      <p:sp>
        <p:nvSpPr>
          <p:cNvPr id="27" name="role-2-responsibility">
            <a:extLst>
              <a:ext uri="{FF2B5EF4-FFF2-40B4-BE49-F238E27FC236}">
                <a16:creationId xmlns:a16="http://schemas.microsoft.com/office/drawing/2014/main" id="{DDC605F3-2875-46C0-ADDF-10A093AFCB11}"/>
              </a:ext>
            </a:extLst>
          </p:cNvPr>
          <p:cNvSpPr>
            <a:spLocks noGrp="1"/>
          </p:cNvSpPr>
          <p:nvPr/>
        </p:nvSpPr>
        <p:spPr>
          <a:xfrm>
            <a:off x="971550" y="5086350"/>
            <a:ext cx="2190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00" b="0">
                <a:solidFill>
                  <a:srgbClr val="64737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4737B"/>
                </a:solidFill>
                <a:latin typeface="Arial"/>
                <a:ea typeface="Arial"/>
                <a:cs typeface="Arial"/>
              </a:rPr>
              <a:t>Проверяет качество</a:t>
            </a:r>
          </a:p>
        </p:txBody>
      </p:sp>
      <p:sp>
        <p:nvSpPr>
          <p:cNvPr id="28" name="role-3-box">
            <a:extLst>
              <a:ext uri="{FF2B5EF4-FFF2-40B4-BE49-F238E27FC236}">
                <a16:creationId xmlns:a16="http://schemas.microsoft.com/office/drawing/2014/main" id="{4DC31290-1DB6-4EF0-A015-E127E59796E8}"/>
              </a:ext>
            </a:extLst>
          </p:cNvPr>
          <p:cNvSpPr>
            <a:spLocks noGrp="1"/>
          </p:cNvSpPr>
          <p:nvPr/>
        </p:nvSpPr>
        <p:spPr>
          <a:xfrm>
            <a:off x="8772525" y="4438650"/>
            <a:ext cx="2762250" cy="1104900"/>
          </a:xfrm>
          <a:prstGeom prst="roundRect">
            <a:avLst>
              <a:gd name="adj" fmla="val 15517"/>
            </a:avLst>
          </a:prstGeom>
          <a:solidFill>
            <a:srgbClr val="FFFFFF"/>
          </a:solidFill>
          <a:ln w="28575">
            <a:solidFill>
              <a:srgbClr val="E8B04A"/>
            </a:solidFill>
            <a:prstDash val="solid"/>
          </a:ln>
        </p:spPr>
      </p:sp>
      <p:sp>
        <p:nvSpPr>
          <p:cNvPr id="29" name="role-3-accent">
            <a:extLst>
              <a:ext uri="{FF2B5EF4-FFF2-40B4-BE49-F238E27FC236}">
                <a16:creationId xmlns:a16="http://schemas.microsoft.com/office/drawing/2014/main" id="{3D949587-A861-4E9C-9845-B94724D9A571}"/>
              </a:ext>
            </a:extLst>
          </p:cNvPr>
          <p:cNvSpPr>
            <a:spLocks noGrp="1"/>
          </p:cNvSpPr>
          <p:nvPr/>
        </p:nvSpPr>
        <p:spPr>
          <a:xfrm>
            <a:off x="8772525" y="4438650"/>
            <a:ext cx="114300" cy="1104900"/>
          </a:xfrm>
          <a:prstGeom prst="roundRect">
            <a:avLst>
              <a:gd name="adj" fmla="val 50000"/>
            </a:avLst>
          </a:prstGeom>
          <a:solidFill>
            <a:srgbClr val="E8B04A"/>
          </a:solidFill>
          <a:ln w="0">
            <a:noFill/>
            <a:prstDash val="solid"/>
          </a:ln>
        </p:spPr>
      </p:sp>
      <p:sp>
        <p:nvSpPr>
          <p:cNvPr id="30" name="role-3-title">
            <a:extLst>
              <a:ext uri="{FF2B5EF4-FFF2-40B4-BE49-F238E27FC236}">
                <a16:creationId xmlns:a16="http://schemas.microsoft.com/office/drawing/2014/main" id="{3AEF6298-1346-4C8B-8010-AA08DE948F6D}"/>
              </a:ext>
            </a:extLst>
          </p:cNvPr>
          <p:cNvSpPr>
            <a:spLocks noGrp="1"/>
          </p:cNvSpPr>
          <p:nvPr/>
        </p:nvSpPr>
        <p:spPr>
          <a:xfrm>
            <a:off x="9086850" y="4629150"/>
            <a:ext cx="2190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025" b="1">
                <a:solidFill>
                  <a:srgbClr val="20313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313A"/>
                </a:solidFill>
                <a:latin typeface="Arial"/>
                <a:ea typeface="Arial"/>
                <a:cs typeface="Arial"/>
              </a:rPr>
              <a:t>Партнёр</a:t>
            </a:r>
          </a:p>
        </p:txBody>
      </p:sp>
      <p:sp>
        <p:nvSpPr>
          <p:cNvPr id="31" name="role-3-responsibility">
            <a:extLst>
              <a:ext uri="{FF2B5EF4-FFF2-40B4-BE49-F238E27FC236}">
                <a16:creationId xmlns:a16="http://schemas.microsoft.com/office/drawing/2014/main" id="{8E7049B7-CDB7-4223-BFC3-1E3C35ADF743}"/>
              </a:ext>
            </a:extLst>
          </p:cNvPr>
          <p:cNvSpPr>
            <a:spLocks noGrp="1"/>
          </p:cNvSpPr>
          <p:nvPr/>
        </p:nvSpPr>
        <p:spPr>
          <a:xfrm>
            <a:off x="9086850" y="5086350"/>
            <a:ext cx="2190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00" b="0">
                <a:solidFill>
                  <a:srgbClr val="64737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4737B"/>
                </a:solidFill>
                <a:latin typeface="Arial"/>
                <a:ea typeface="Arial"/>
                <a:cs typeface="Arial"/>
              </a:rPr>
              <a:t>Даёт ресурсы</a:t>
            </a:r>
          </a:p>
        </p:txBody>
      </p:sp>
      <p:sp>
        <p:nvSpPr>
          <p:cNvPr id="32" name="roles-name-label">
            <a:extLst>
              <a:ext uri="{FF2B5EF4-FFF2-40B4-BE49-F238E27FC236}">
                <a16:creationId xmlns:a16="http://schemas.microsoft.com/office/drawing/2014/main" id="{E24C3EC0-A2D3-49AE-9C22-911497C0118C}"/>
              </a:ext>
            </a:extLst>
          </p:cNvPr>
          <p:cNvSpPr>
            <a:spLocks noGrp="1"/>
          </p:cNvSpPr>
          <p:nvPr/>
        </p:nvSpPr>
        <p:spPr>
          <a:xfrm>
            <a:off x="5143500" y="5334000"/>
            <a:ext cx="190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500" b="0">
                <a:solidFill>
                  <a:srgbClr val="64737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4737B"/>
                </a:solidFill>
                <a:latin typeface="Arial"/>
                <a:ea typeface="Arial"/>
                <a:cs typeface="Arial"/>
              </a:rPr>
              <a:t>Имя участника</a:t>
            </a:r>
          </a:p>
        </p:txBody>
      </p:sp>
      <p:sp>
        <p:nvSpPr>
          <p:cNvPr id="33" name="roles-name-line">
            <a:extLst>
              <a:ext uri="{FF2B5EF4-FFF2-40B4-BE49-F238E27FC236}">
                <a16:creationId xmlns:a16="http://schemas.microsoft.com/office/drawing/2014/main" id="{3AD98087-CBB3-47DF-AA7C-59AB0B3DFB3B}"/>
              </a:ext>
            </a:extLst>
          </p:cNvPr>
          <p:cNvSpPr>
            <a:spLocks noGrp="1"/>
          </p:cNvSpPr>
          <p:nvPr/>
        </p:nvSpPr>
        <p:spPr>
          <a:xfrm>
            <a:off x="5048250" y="5791200"/>
            <a:ext cx="2095500" cy="9525"/>
          </a:xfrm>
          <a:prstGeom prst="line">
            <a:avLst/>
          </a:prstGeom>
          <a:noFill/>
          <a:ln w="19050">
            <a:solidFill>
              <a:srgbClr val="DCE4E4"/>
            </a:solidFill>
            <a:prstDash val="solid"/>
          </a:ln>
        </p:spPr>
      </p:sp>
      <p:sp>
        <p:nvSpPr>
          <p:cNvPr id="34" name="page-5">
            <a:extLst>
              <a:ext uri="{FF2B5EF4-FFF2-40B4-BE49-F238E27FC236}">
                <a16:creationId xmlns:a16="http://schemas.microsoft.com/office/drawing/2014/main" id="{93C4E8CB-151B-44F2-A3BC-0BBE9D1A5F07}"/>
              </a:ext>
            </a:extLst>
          </p:cNvPr>
          <p:cNvSpPr>
            <a:spLocks noGrp="1"/>
          </p:cNvSpPr>
          <p:nvPr/>
        </p:nvSpPr>
        <p:spPr>
          <a:xfrm>
            <a:off x="10915650" y="6400800"/>
            <a:ext cx="590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defRPr sz="1350" b="1">
                <a:solidFill>
                  <a:srgbClr val="91A3A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91A3A5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8361340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slide-title">
            <a:extLst>
              <a:ext uri="{FF2B5EF4-FFF2-40B4-BE49-F238E27FC236}">
                <a16:creationId xmlns:a16="http://schemas.microsoft.com/office/drawing/2014/main" id="{472CBA48-5F88-4FA5-9B8D-A7AF15E26C34}"/>
              </a:ext>
            </a:extLst>
          </p:cNvPr>
          <p:cNvSpPr>
            <a:spLocks noGrp="1"/>
          </p:cNvSpPr>
          <p:nvPr/>
        </p:nvSpPr>
        <p:spPr>
          <a:xfrm>
            <a:off x="685800" y="438150"/>
            <a:ext cx="108204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600" b="1">
                <a:solidFill>
                  <a:srgbClr val="20313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313A"/>
                </a:solidFill>
                <a:latin typeface="Arial"/>
                <a:ea typeface="Arial"/>
                <a:cs typeface="Arial"/>
              </a:rPr>
              <a:t>Календарь показывает ход работы</a:t>
            </a:r>
          </a:p>
        </p:txBody>
      </p:sp>
      <p:sp>
        <p:nvSpPr>
          <p:cNvPr id="2" name="slide-subtitle">
            <a:extLst>
              <a:ext uri="{FF2B5EF4-FFF2-40B4-BE49-F238E27FC236}">
                <a16:creationId xmlns:a16="http://schemas.microsoft.com/office/drawing/2014/main" id="{D96BDC58-2582-49B8-8AC2-5DDFB1636678}"/>
              </a:ext>
            </a:extLst>
          </p:cNvPr>
          <p:cNvSpPr>
            <a:spLocks noGrp="1"/>
          </p:cNvSpPr>
          <p:nvPr/>
        </p:nvSpPr>
        <p:spPr>
          <a:xfrm>
            <a:off x="704850" y="1038225"/>
            <a:ext cx="10001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650" b="0">
                <a:solidFill>
                  <a:srgbClr val="64737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4737B"/>
                </a:solidFill>
                <a:latin typeface="Arial"/>
                <a:ea typeface="Arial"/>
                <a:cs typeface="Arial"/>
              </a:rPr>
              <a:t>Задайте свои периоды и переместите цветные полосы</a:t>
            </a:r>
          </a:p>
        </p:txBody>
      </p:sp>
      <p:sp>
        <p:nvSpPr>
          <p:cNvPr id="3" name="progress-1">
            <a:extLst>
              <a:ext uri="{FF2B5EF4-FFF2-40B4-BE49-F238E27FC236}">
                <a16:creationId xmlns:a16="http://schemas.microsoft.com/office/drawing/2014/main" id="{CFFAD4CD-68BB-4002-88F3-5E86F74C04B0}"/>
              </a:ext>
            </a:extLst>
          </p:cNvPr>
          <p:cNvSpPr>
            <a:spLocks noGrp="1"/>
          </p:cNvSpPr>
          <p:nvPr/>
        </p:nvSpPr>
        <p:spPr>
          <a:xfrm>
            <a:off x="685800" y="1438275"/>
            <a:ext cx="1739900" cy="57150"/>
          </a:xfrm>
          <a:prstGeom prst="roundRect">
            <a:avLst>
              <a:gd name="adj" fmla="val 50000"/>
            </a:avLst>
          </a:prstGeom>
          <a:solidFill>
            <a:srgbClr val="E9785B"/>
          </a:solidFill>
          <a:ln w="0">
            <a:noFill/>
            <a:prstDash val="solid"/>
          </a:ln>
        </p:spPr>
      </p:sp>
      <p:sp>
        <p:nvSpPr>
          <p:cNvPr id="4" name="progress-2">
            <a:extLst>
              <a:ext uri="{FF2B5EF4-FFF2-40B4-BE49-F238E27FC236}">
                <a16:creationId xmlns:a16="http://schemas.microsoft.com/office/drawing/2014/main" id="{496B85AA-1247-4EC0-8BB9-E78BD41C0EAD}"/>
              </a:ext>
            </a:extLst>
          </p:cNvPr>
          <p:cNvSpPr>
            <a:spLocks noGrp="1"/>
          </p:cNvSpPr>
          <p:nvPr/>
        </p:nvSpPr>
        <p:spPr>
          <a:xfrm>
            <a:off x="2501900" y="1438275"/>
            <a:ext cx="1739900" cy="57150"/>
          </a:xfrm>
          <a:prstGeom prst="roundRect">
            <a:avLst>
              <a:gd name="adj" fmla="val 50000"/>
            </a:avLst>
          </a:prstGeom>
          <a:solidFill>
            <a:srgbClr val="E8B04A"/>
          </a:solidFill>
          <a:ln w="0">
            <a:noFill/>
            <a:prstDash val="solid"/>
          </a:ln>
        </p:spPr>
      </p:sp>
      <p:sp>
        <p:nvSpPr>
          <p:cNvPr id="5" name="progress-3">
            <a:extLst>
              <a:ext uri="{FF2B5EF4-FFF2-40B4-BE49-F238E27FC236}">
                <a16:creationId xmlns:a16="http://schemas.microsoft.com/office/drawing/2014/main" id="{CEB95842-626A-404A-8294-95A864321E0B}"/>
              </a:ext>
            </a:extLst>
          </p:cNvPr>
          <p:cNvSpPr>
            <a:spLocks noGrp="1"/>
          </p:cNvSpPr>
          <p:nvPr/>
        </p:nvSpPr>
        <p:spPr>
          <a:xfrm>
            <a:off x="4318000" y="1438275"/>
            <a:ext cx="1739900" cy="57150"/>
          </a:xfrm>
          <a:prstGeom prst="roundRect">
            <a:avLst>
              <a:gd name="adj" fmla="val 50000"/>
            </a:avLst>
          </a:prstGeom>
          <a:solidFill>
            <a:srgbClr val="75A9C2"/>
          </a:solidFill>
          <a:ln w="0">
            <a:noFill/>
            <a:prstDash val="solid"/>
          </a:ln>
        </p:spPr>
      </p:sp>
      <p:sp>
        <p:nvSpPr>
          <p:cNvPr id="6" name="progress-4">
            <a:extLst>
              <a:ext uri="{FF2B5EF4-FFF2-40B4-BE49-F238E27FC236}">
                <a16:creationId xmlns:a16="http://schemas.microsoft.com/office/drawing/2014/main" id="{95D75A1E-9B73-4D9F-A291-C5427CC63C9B}"/>
              </a:ext>
            </a:extLst>
          </p:cNvPr>
          <p:cNvSpPr>
            <a:spLocks noGrp="1"/>
          </p:cNvSpPr>
          <p:nvPr/>
        </p:nvSpPr>
        <p:spPr>
          <a:xfrm>
            <a:off x="6134100" y="1438275"/>
            <a:ext cx="1739900" cy="57150"/>
          </a:xfrm>
          <a:prstGeom prst="roundRect">
            <a:avLst>
              <a:gd name="adj" fmla="val 50000"/>
            </a:avLst>
          </a:prstGeom>
          <a:solidFill>
            <a:srgbClr val="3B8C88"/>
          </a:solidFill>
          <a:ln w="0">
            <a:noFill/>
            <a:prstDash val="solid"/>
          </a:ln>
        </p:spPr>
      </p:sp>
      <p:sp>
        <p:nvSpPr>
          <p:cNvPr id="7" name="progress-5">
            <a:extLst>
              <a:ext uri="{FF2B5EF4-FFF2-40B4-BE49-F238E27FC236}">
                <a16:creationId xmlns:a16="http://schemas.microsoft.com/office/drawing/2014/main" id="{178DACE9-7DF2-41FD-84A7-0D6010CDA8B0}"/>
              </a:ext>
            </a:extLst>
          </p:cNvPr>
          <p:cNvSpPr>
            <a:spLocks noGrp="1"/>
          </p:cNvSpPr>
          <p:nvPr/>
        </p:nvSpPr>
        <p:spPr>
          <a:xfrm>
            <a:off x="7950200" y="1438275"/>
            <a:ext cx="1739900" cy="57150"/>
          </a:xfrm>
          <a:prstGeom prst="roundRect">
            <a:avLst>
              <a:gd name="adj" fmla="val 50000"/>
            </a:avLst>
          </a:prstGeom>
          <a:solidFill>
            <a:srgbClr val="DCE4E4"/>
          </a:solidFill>
          <a:ln w="0">
            <a:noFill/>
            <a:prstDash val="solid"/>
          </a:ln>
        </p:spPr>
      </p:sp>
      <p:sp>
        <p:nvSpPr>
          <p:cNvPr id="8" name="progress-6">
            <a:extLst>
              <a:ext uri="{FF2B5EF4-FFF2-40B4-BE49-F238E27FC236}">
                <a16:creationId xmlns:a16="http://schemas.microsoft.com/office/drawing/2014/main" id="{99262C00-149F-4DD6-89CF-A8CE107AFC32}"/>
              </a:ext>
            </a:extLst>
          </p:cNvPr>
          <p:cNvSpPr>
            <a:spLocks noGrp="1"/>
          </p:cNvSpPr>
          <p:nvPr/>
        </p:nvSpPr>
        <p:spPr>
          <a:xfrm>
            <a:off x="9766300" y="1438275"/>
            <a:ext cx="1739900" cy="57150"/>
          </a:xfrm>
          <a:prstGeom prst="roundRect">
            <a:avLst>
              <a:gd name="adj" fmla="val 50000"/>
            </a:avLst>
          </a:prstGeom>
          <a:solidFill>
            <a:srgbClr val="DCE4E4"/>
          </a:solidFill>
          <a:ln w="0">
            <a:noFill/>
            <a:prstDash val="solid"/>
          </a:ln>
        </p:spPr>
      </p:sp>
      <p:sp>
        <p:nvSpPr>
          <p:cNvPr id="9" name="timeline-stage-header">
            <a:extLst>
              <a:ext uri="{FF2B5EF4-FFF2-40B4-BE49-F238E27FC236}">
                <a16:creationId xmlns:a16="http://schemas.microsoft.com/office/drawing/2014/main" id="{33B075FF-907A-45C5-8B89-E47F862A6822}"/>
              </a:ext>
            </a:extLst>
          </p:cNvPr>
          <p:cNvSpPr>
            <a:spLocks noGrp="1"/>
          </p:cNvSpPr>
          <p:nvPr/>
        </p:nvSpPr>
        <p:spPr>
          <a:xfrm>
            <a:off x="685800" y="1952625"/>
            <a:ext cx="2476500" cy="495300"/>
          </a:xfrm>
          <a:prstGeom prst="rect">
            <a:avLst/>
          </a:prstGeom>
          <a:solidFill>
            <a:srgbClr val="20313A"/>
          </a:solidFill>
          <a:ln w="0">
            <a:noFill/>
            <a:prstDash val="solid"/>
          </a:ln>
        </p:spPr>
      </p:sp>
      <p:sp>
        <p:nvSpPr>
          <p:cNvPr id="10" name="timeline-stage-header-text">
            <a:extLst>
              <a:ext uri="{FF2B5EF4-FFF2-40B4-BE49-F238E27FC236}">
                <a16:creationId xmlns:a16="http://schemas.microsoft.com/office/drawing/2014/main" id="{CD7C86B8-F2BB-4A03-A89B-B59EE4F5DD69}"/>
              </a:ext>
            </a:extLst>
          </p:cNvPr>
          <p:cNvSpPr>
            <a:spLocks noGrp="1"/>
          </p:cNvSpPr>
          <p:nvPr/>
        </p:nvSpPr>
        <p:spPr>
          <a:xfrm>
            <a:off x="895350" y="2009775"/>
            <a:ext cx="20574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Этап</a:t>
            </a:r>
          </a:p>
        </p:txBody>
      </p:sp>
      <p:sp>
        <p:nvSpPr>
          <p:cNvPr id="11" name="timeline-period-head-0">
            <a:extLst>
              <a:ext uri="{FF2B5EF4-FFF2-40B4-BE49-F238E27FC236}">
                <a16:creationId xmlns:a16="http://schemas.microsoft.com/office/drawing/2014/main" id="{4AC4EC32-5EA6-46C1-9749-9247B2532764}"/>
              </a:ext>
            </a:extLst>
          </p:cNvPr>
          <p:cNvSpPr>
            <a:spLocks noGrp="1"/>
          </p:cNvSpPr>
          <p:nvPr/>
        </p:nvSpPr>
        <p:spPr>
          <a:xfrm>
            <a:off x="3162300" y="1952625"/>
            <a:ext cx="2085975" cy="495300"/>
          </a:xfrm>
          <a:prstGeom prst="rect">
            <a:avLst/>
          </a:prstGeom>
          <a:solidFill>
            <a:srgbClr val="375C6D"/>
          </a:solidFill>
          <a:ln w="0">
            <a:noFill/>
            <a:prstDash val="solid"/>
          </a:ln>
        </p:spPr>
      </p:sp>
      <p:sp>
        <p:nvSpPr>
          <p:cNvPr id="12" name="timeline-period-text-0">
            <a:extLst>
              <a:ext uri="{FF2B5EF4-FFF2-40B4-BE49-F238E27FC236}">
                <a16:creationId xmlns:a16="http://schemas.microsoft.com/office/drawing/2014/main" id="{497B8E1C-97AC-44CC-84D1-45B8D0FBC886}"/>
              </a:ext>
            </a:extLst>
          </p:cNvPr>
          <p:cNvSpPr>
            <a:spLocks noGrp="1"/>
          </p:cNvSpPr>
          <p:nvPr/>
        </p:nvSpPr>
        <p:spPr>
          <a:xfrm>
            <a:off x="3162300" y="2009775"/>
            <a:ext cx="20859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Период 1</a:t>
            </a:r>
          </a:p>
        </p:txBody>
      </p:sp>
      <p:sp>
        <p:nvSpPr>
          <p:cNvPr id="13" name="timeline-period-head-1">
            <a:extLst>
              <a:ext uri="{FF2B5EF4-FFF2-40B4-BE49-F238E27FC236}">
                <a16:creationId xmlns:a16="http://schemas.microsoft.com/office/drawing/2014/main" id="{21BE6A0F-6A1D-4933-9B19-1D264A413C58}"/>
              </a:ext>
            </a:extLst>
          </p:cNvPr>
          <p:cNvSpPr>
            <a:spLocks noGrp="1"/>
          </p:cNvSpPr>
          <p:nvPr/>
        </p:nvSpPr>
        <p:spPr>
          <a:xfrm>
            <a:off x="5248275" y="1952625"/>
            <a:ext cx="2085975" cy="495300"/>
          </a:xfrm>
          <a:prstGeom prst="rect">
            <a:avLst/>
          </a:prstGeom>
          <a:solidFill>
            <a:srgbClr val="20313A"/>
          </a:solidFill>
          <a:ln w="0">
            <a:noFill/>
            <a:prstDash val="solid"/>
          </a:ln>
        </p:spPr>
      </p:sp>
      <p:sp>
        <p:nvSpPr>
          <p:cNvPr id="14" name="timeline-period-text-1">
            <a:extLst>
              <a:ext uri="{FF2B5EF4-FFF2-40B4-BE49-F238E27FC236}">
                <a16:creationId xmlns:a16="http://schemas.microsoft.com/office/drawing/2014/main" id="{DC7F1C54-0E18-4745-9F00-1E2330766591}"/>
              </a:ext>
            </a:extLst>
          </p:cNvPr>
          <p:cNvSpPr>
            <a:spLocks noGrp="1"/>
          </p:cNvSpPr>
          <p:nvPr/>
        </p:nvSpPr>
        <p:spPr>
          <a:xfrm>
            <a:off x="5248275" y="2009775"/>
            <a:ext cx="20859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Период 2</a:t>
            </a:r>
          </a:p>
        </p:txBody>
      </p:sp>
      <p:sp>
        <p:nvSpPr>
          <p:cNvPr id="15" name="timeline-period-head-2">
            <a:extLst>
              <a:ext uri="{FF2B5EF4-FFF2-40B4-BE49-F238E27FC236}">
                <a16:creationId xmlns:a16="http://schemas.microsoft.com/office/drawing/2014/main" id="{1783A130-447B-4EB4-8124-AB814913117E}"/>
              </a:ext>
            </a:extLst>
          </p:cNvPr>
          <p:cNvSpPr>
            <a:spLocks noGrp="1"/>
          </p:cNvSpPr>
          <p:nvPr/>
        </p:nvSpPr>
        <p:spPr>
          <a:xfrm>
            <a:off x="7334250" y="1952625"/>
            <a:ext cx="2085975" cy="495300"/>
          </a:xfrm>
          <a:prstGeom prst="rect">
            <a:avLst/>
          </a:prstGeom>
          <a:solidFill>
            <a:srgbClr val="375C6D"/>
          </a:solidFill>
          <a:ln w="0">
            <a:noFill/>
            <a:prstDash val="solid"/>
          </a:ln>
        </p:spPr>
      </p:sp>
      <p:sp>
        <p:nvSpPr>
          <p:cNvPr id="16" name="timeline-period-text-2">
            <a:extLst>
              <a:ext uri="{FF2B5EF4-FFF2-40B4-BE49-F238E27FC236}">
                <a16:creationId xmlns:a16="http://schemas.microsoft.com/office/drawing/2014/main" id="{F06D594A-86C2-449D-B6C8-12084C01EE8A}"/>
              </a:ext>
            </a:extLst>
          </p:cNvPr>
          <p:cNvSpPr>
            <a:spLocks noGrp="1"/>
          </p:cNvSpPr>
          <p:nvPr/>
        </p:nvSpPr>
        <p:spPr>
          <a:xfrm>
            <a:off x="7334250" y="2009775"/>
            <a:ext cx="20859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Период 3</a:t>
            </a:r>
          </a:p>
        </p:txBody>
      </p:sp>
      <p:sp>
        <p:nvSpPr>
          <p:cNvPr id="17" name="timeline-period-head-3">
            <a:extLst>
              <a:ext uri="{FF2B5EF4-FFF2-40B4-BE49-F238E27FC236}">
                <a16:creationId xmlns:a16="http://schemas.microsoft.com/office/drawing/2014/main" id="{ADFD5390-E65A-40F4-9D09-0A86CFA66CDA}"/>
              </a:ext>
            </a:extLst>
          </p:cNvPr>
          <p:cNvSpPr>
            <a:spLocks noGrp="1"/>
          </p:cNvSpPr>
          <p:nvPr/>
        </p:nvSpPr>
        <p:spPr>
          <a:xfrm>
            <a:off x="9420225" y="1952625"/>
            <a:ext cx="2085975" cy="495300"/>
          </a:xfrm>
          <a:prstGeom prst="rect">
            <a:avLst/>
          </a:prstGeom>
          <a:solidFill>
            <a:srgbClr val="20313A"/>
          </a:solidFill>
          <a:ln w="0">
            <a:noFill/>
            <a:prstDash val="solid"/>
          </a:ln>
        </p:spPr>
      </p:sp>
      <p:sp>
        <p:nvSpPr>
          <p:cNvPr id="18" name="timeline-period-text-3">
            <a:extLst>
              <a:ext uri="{FF2B5EF4-FFF2-40B4-BE49-F238E27FC236}">
                <a16:creationId xmlns:a16="http://schemas.microsoft.com/office/drawing/2014/main" id="{13BC9070-4B92-4359-A2F9-E6D2810553E2}"/>
              </a:ext>
            </a:extLst>
          </p:cNvPr>
          <p:cNvSpPr>
            <a:spLocks noGrp="1"/>
          </p:cNvSpPr>
          <p:nvPr/>
        </p:nvSpPr>
        <p:spPr>
          <a:xfrm>
            <a:off x="9420225" y="2009775"/>
            <a:ext cx="20859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Период 4</a:t>
            </a:r>
          </a:p>
        </p:txBody>
      </p:sp>
      <p:sp>
        <p:nvSpPr>
          <p:cNvPr id="19" name="timeline-row-0">
            <a:extLst>
              <a:ext uri="{FF2B5EF4-FFF2-40B4-BE49-F238E27FC236}">
                <a16:creationId xmlns:a16="http://schemas.microsoft.com/office/drawing/2014/main" id="{0CF272C1-A7D2-425D-8B76-BFAAE357F784}"/>
              </a:ext>
            </a:extLst>
          </p:cNvPr>
          <p:cNvSpPr>
            <a:spLocks noGrp="1"/>
          </p:cNvSpPr>
          <p:nvPr/>
        </p:nvSpPr>
        <p:spPr>
          <a:xfrm>
            <a:off x="685800" y="2447925"/>
            <a:ext cx="10820400" cy="581025"/>
          </a:xfrm>
          <a:prstGeom prst="rect">
            <a:avLst/>
          </a:prstGeom>
          <a:solidFill>
            <a:srgbClr val="FFFFFF"/>
          </a:solidFill>
          <a:ln w="9525">
            <a:solidFill>
              <a:srgbClr val="DCE4E4"/>
            </a:solidFill>
            <a:prstDash val="solid"/>
          </a:ln>
        </p:spPr>
      </p:sp>
      <p:sp>
        <p:nvSpPr>
          <p:cNvPr id="20" name="timeline-dot-0">
            <a:extLst>
              <a:ext uri="{FF2B5EF4-FFF2-40B4-BE49-F238E27FC236}">
                <a16:creationId xmlns:a16="http://schemas.microsoft.com/office/drawing/2014/main" id="{63428670-1169-41BD-8472-7367C1813B7D}"/>
              </a:ext>
            </a:extLst>
          </p:cNvPr>
          <p:cNvSpPr>
            <a:spLocks noGrp="1"/>
          </p:cNvSpPr>
          <p:nvPr/>
        </p:nvSpPr>
        <p:spPr>
          <a:xfrm>
            <a:off x="857250" y="2590800"/>
            <a:ext cx="295275" cy="295275"/>
          </a:xfrm>
          <a:prstGeom prst="ellipse">
            <a:avLst/>
          </a:prstGeom>
          <a:solidFill>
            <a:srgbClr val="E9785B"/>
          </a:solidFill>
          <a:ln w="0">
            <a:noFill/>
            <a:prstDash val="solid"/>
          </a:ln>
        </p:spPr>
      </p:sp>
      <p:sp>
        <p:nvSpPr>
          <p:cNvPr id="21" name="timeline-num-0">
            <a:extLst>
              <a:ext uri="{FF2B5EF4-FFF2-40B4-BE49-F238E27FC236}">
                <a16:creationId xmlns:a16="http://schemas.microsoft.com/office/drawing/2014/main" id="{6B28E6FA-7B9B-4F1F-8CDA-4182CD83ED47}"/>
              </a:ext>
            </a:extLst>
          </p:cNvPr>
          <p:cNvSpPr>
            <a:spLocks noGrp="1"/>
          </p:cNvSpPr>
          <p:nvPr/>
        </p:nvSpPr>
        <p:spPr>
          <a:xfrm>
            <a:off x="857250" y="2619375"/>
            <a:ext cx="2952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22" name="timeline-label-0">
            <a:extLst>
              <a:ext uri="{FF2B5EF4-FFF2-40B4-BE49-F238E27FC236}">
                <a16:creationId xmlns:a16="http://schemas.microsoft.com/office/drawing/2014/main" id="{ADC9C3CB-D1BE-463F-9FFE-B9883F50951D}"/>
              </a:ext>
            </a:extLst>
          </p:cNvPr>
          <p:cNvSpPr>
            <a:spLocks noGrp="1"/>
          </p:cNvSpPr>
          <p:nvPr/>
        </p:nvSpPr>
        <p:spPr>
          <a:xfrm>
            <a:off x="1276350" y="2562225"/>
            <a:ext cx="17335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725" b="1">
                <a:solidFill>
                  <a:srgbClr val="2031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0313A"/>
                </a:solidFill>
                <a:latin typeface="Arial"/>
                <a:ea typeface="Arial"/>
                <a:cs typeface="Arial"/>
              </a:rPr>
              <a:t>Идея</a:t>
            </a:r>
          </a:p>
        </p:txBody>
      </p:sp>
      <p:sp>
        <p:nvSpPr>
          <p:cNvPr id="23" name="timeline-grid-0-0">
            <a:extLst>
              <a:ext uri="{FF2B5EF4-FFF2-40B4-BE49-F238E27FC236}">
                <a16:creationId xmlns:a16="http://schemas.microsoft.com/office/drawing/2014/main" id="{4514C482-96D7-4E3D-992C-BC5F812850FB}"/>
              </a:ext>
            </a:extLst>
          </p:cNvPr>
          <p:cNvSpPr>
            <a:spLocks noGrp="1"/>
          </p:cNvSpPr>
          <p:nvPr/>
        </p:nvSpPr>
        <p:spPr>
          <a:xfrm>
            <a:off x="3162300" y="2447925"/>
            <a:ext cx="9525" cy="581025"/>
          </a:xfrm>
          <a:prstGeom prst="line">
            <a:avLst/>
          </a:prstGeom>
          <a:noFill/>
          <a:ln w="9525">
            <a:solidFill>
              <a:srgbClr val="DCE4E4"/>
            </a:solidFill>
            <a:prstDash val="solid"/>
          </a:ln>
        </p:spPr>
      </p:sp>
      <p:sp>
        <p:nvSpPr>
          <p:cNvPr id="24" name="timeline-grid-0-1">
            <a:extLst>
              <a:ext uri="{FF2B5EF4-FFF2-40B4-BE49-F238E27FC236}">
                <a16:creationId xmlns:a16="http://schemas.microsoft.com/office/drawing/2014/main" id="{D5D14278-30C9-4498-B228-CED4DDB0D802}"/>
              </a:ext>
            </a:extLst>
          </p:cNvPr>
          <p:cNvSpPr>
            <a:spLocks noGrp="1"/>
          </p:cNvSpPr>
          <p:nvPr/>
        </p:nvSpPr>
        <p:spPr>
          <a:xfrm>
            <a:off x="5248275" y="2447925"/>
            <a:ext cx="9525" cy="581025"/>
          </a:xfrm>
          <a:prstGeom prst="line">
            <a:avLst/>
          </a:prstGeom>
          <a:noFill/>
          <a:ln w="9525">
            <a:solidFill>
              <a:srgbClr val="DCE4E4"/>
            </a:solidFill>
            <a:prstDash val="solid"/>
          </a:ln>
        </p:spPr>
      </p:sp>
      <p:sp>
        <p:nvSpPr>
          <p:cNvPr id="25" name="timeline-grid-0-2">
            <a:extLst>
              <a:ext uri="{FF2B5EF4-FFF2-40B4-BE49-F238E27FC236}">
                <a16:creationId xmlns:a16="http://schemas.microsoft.com/office/drawing/2014/main" id="{F6826EAF-2F57-4FED-A95C-31AF970C878A}"/>
              </a:ext>
            </a:extLst>
          </p:cNvPr>
          <p:cNvSpPr>
            <a:spLocks noGrp="1"/>
          </p:cNvSpPr>
          <p:nvPr/>
        </p:nvSpPr>
        <p:spPr>
          <a:xfrm>
            <a:off x="7334250" y="2447925"/>
            <a:ext cx="9525" cy="581025"/>
          </a:xfrm>
          <a:prstGeom prst="line">
            <a:avLst/>
          </a:prstGeom>
          <a:noFill/>
          <a:ln w="9525">
            <a:solidFill>
              <a:srgbClr val="DCE4E4"/>
            </a:solidFill>
            <a:prstDash val="solid"/>
          </a:ln>
        </p:spPr>
      </p:sp>
      <p:sp>
        <p:nvSpPr>
          <p:cNvPr id="26" name="timeline-grid-0-3">
            <a:extLst>
              <a:ext uri="{FF2B5EF4-FFF2-40B4-BE49-F238E27FC236}">
                <a16:creationId xmlns:a16="http://schemas.microsoft.com/office/drawing/2014/main" id="{755BD3B7-37D6-474C-9F26-8F1CD36944F0}"/>
              </a:ext>
            </a:extLst>
          </p:cNvPr>
          <p:cNvSpPr>
            <a:spLocks noGrp="1"/>
          </p:cNvSpPr>
          <p:nvPr/>
        </p:nvSpPr>
        <p:spPr>
          <a:xfrm>
            <a:off x="9420225" y="2447925"/>
            <a:ext cx="9525" cy="581025"/>
          </a:xfrm>
          <a:prstGeom prst="line">
            <a:avLst/>
          </a:prstGeom>
          <a:noFill/>
          <a:ln w="9525">
            <a:solidFill>
              <a:srgbClr val="DCE4E4"/>
            </a:solidFill>
            <a:prstDash val="solid"/>
          </a:ln>
        </p:spPr>
      </p:sp>
      <p:sp>
        <p:nvSpPr>
          <p:cNvPr id="27" name="timeline-bar-0">
            <a:extLst>
              <a:ext uri="{FF2B5EF4-FFF2-40B4-BE49-F238E27FC236}">
                <a16:creationId xmlns:a16="http://schemas.microsoft.com/office/drawing/2014/main" id="{B6B657EE-DDBD-4843-820A-411C249B0EA7}"/>
              </a:ext>
            </a:extLst>
          </p:cNvPr>
          <p:cNvSpPr>
            <a:spLocks noGrp="1"/>
          </p:cNvSpPr>
          <p:nvPr/>
        </p:nvSpPr>
        <p:spPr>
          <a:xfrm>
            <a:off x="3287459" y="2619375"/>
            <a:ext cx="876109" cy="238125"/>
          </a:xfrm>
          <a:prstGeom prst="roundRect">
            <a:avLst>
              <a:gd name="adj" fmla="val 48000"/>
            </a:avLst>
          </a:prstGeom>
          <a:solidFill>
            <a:srgbClr val="E9785B"/>
          </a:solidFill>
          <a:ln w="0">
            <a:noFill/>
            <a:prstDash val="solid"/>
          </a:ln>
        </p:spPr>
      </p:sp>
      <p:sp>
        <p:nvSpPr>
          <p:cNvPr id="28" name="timeline-milestone-0">
            <a:extLst>
              <a:ext uri="{FF2B5EF4-FFF2-40B4-BE49-F238E27FC236}">
                <a16:creationId xmlns:a16="http://schemas.microsoft.com/office/drawing/2014/main" id="{A5DBC5BE-1160-4EAA-BAF1-5BA7D985FC34}"/>
              </a:ext>
            </a:extLst>
          </p:cNvPr>
          <p:cNvSpPr>
            <a:spLocks noGrp="1"/>
          </p:cNvSpPr>
          <p:nvPr/>
        </p:nvSpPr>
        <p:spPr>
          <a:xfrm>
            <a:off x="4030218" y="2552700"/>
            <a:ext cx="371475" cy="371475"/>
          </a:xfrm>
          <a:prstGeom prst="ellipse">
            <a:avLst/>
          </a:prstGeom>
          <a:solidFill>
            <a:srgbClr val="FFFFFF"/>
          </a:solidFill>
          <a:ln w="28575">
            <a:solidFill>
              <a:srgbClr val="E9785B"/>
            </a:solidFill>
            <a:prstDash val="solid"/>
          </a:ln>
        </p:spPr>
      </p:sp>
      <p:sp>
        <p:nvSpPr>
          <p:cNvPr id="29" name="timeline-row-1">
            <a:extLst>
              <a:ext uri="{FF2B5EF4-FFF2-40B4-BE49-F238E27FC236}">
                <a16:creationId xmlns:a16="http://schemas.microsoft.com/office/drawing/2014/main" id="{72029539-913A-409C-BA54-A737D3538131}"/>
              </a:ext>
            </a:extLst>
          </p:cNvPr>
          <p:cNvSpPr>
            <a:spLocks noGrp="1"/>
          </p:cNvSpPr>
          <p:nvPr/>
        </p:nvSpPr>
        <p:spPr>
          <a:xfrm>
            <a:off x="685800" y="3028950"/>
            <a:ext cx="10820400" cy="581025"/>
          </a:xfrm>
          <a:prstGeom prst="rect">
            <a:avLst/>
          </a:prstGeom>
          <a:solidFill>
            <a:srgbClr val="EDF2F1"/>
          </a:solidFill>
          <a:ln w="9525">
            <a:solidFill>
              <a:srgbClr val="DCE4E4"/>
            </a:solidFill>
            <a:prstDash val="solid"/>
          </a:ln>
        </p:spPr>
      </p:sp>
      <p:sp>
        <p:nvSpPr>
          <p:cNvPr id="30" name="timeline-dot-1">
            <a:extLst>
              <a:ext uri="{FF2B5EF4-FFF2-40B4-BE49-F238E27FC236}">
                <a16:creationId xmlns:a16="http://schemas.microsoft.com/office/drawing/2014/main" id="{85CFE039-F958-46E5-9F84-DDFFF6F41838}"/>
              </a:ext>
            </a:extLst>
          </p:cNvPr>
          <p:cNvSpPr>
            <a:spLocks noGrp="1"/>
          </p:cNvSpPr>
          <p:nvPr/>
        </p:nvSpPr>
        <p:spPr>
          <a:xfrm>
            <a:off x="857250" y="3171825"/>
            <a:ext cx="295275" cy="295275"/>
          </a:xfrm>
          <a:prstGeom prst="ellipse">
            <a:avLst/>
          </a:prstGeom>
          <a:solidFill>
            <a:srgbClr val="E8B04A"/>
          </a:solidFill>
          <a:ln w="0">
            <a:noFill/>
            <a:prstDash val="solid"/>
          </a:ln>
        </p:spPr>
      </p:sp>
      <p:sp>
        <p:nvSpPr>
          <p:cNvPr id="31" name="timeline-num-1">
            <a:extLst>
              <a:ext uri="{FF2B5EF4-FFF2-40B4-BE49-F238E27FC236}">
                <a16:creationId xmlns:a16="http://schemas.microsoft.com/office/drawing/2014/main" id="{4B779123-60D6-4000-8762-E2AC7643322D}"/>
              </a:ext>
            </a:extLst>
          </p:cNvPr>
          <p:cNvSpPr>
            <a:spLocks noGrp="1"/>
          </p:cNvSpPr>
          <p:nvPr/>
        </p:nvSpPr>
        <p:spPr>
          <a:xfrm>
            <a:off x="857250" y="3200400"/>
            <a:ext cx="2952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2" name="timeline-label-1">
            <a:extLst>
              <a:ext uri="{FF2B5EF4-FFF2-40B4-BE49-F238E27FC236}">
                <a16:creationId xmlns:a16="http://schemas.microsoft.com/office/drawing/2014/main" id="{755E2941-5491-49AA-9330-F40B5BEE1AE5}"/>
              </a:ext>
            </a:extLst>
          </p:cNvPr>
          <p:cNvSpPr>
            <a:spLocks noGrp="1"/>
          </p:cNvSpPr>
          <p:nvPr/>
        </p:nvSpPr>
        <p:spPr>
          <a:xfrm>
            <a:off x="1276350" y="3143250"/>
            <a:ext cx="17335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725" b="1">
                <a:solidFill>
                  <a:srgbClr val="2031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0313A"/>
                </a:solidFill>
                <a:latin typeface="Arial"/>
                <a:ea typeface="Arial"/>
                <a:cs typeface="Arial"/>
              </a:rPr>
              <a:t>План</a:t>
            </a:r>
          </a:p>
        </p:txBody>
      </p:sp>
      <p:sp>
        <p:nvSpPr>
          <p:cNvPr id="33" name="timeline-grid-1-0">
            <a:extLst>
              <a:ext uri="{FF2B5EF4-FFF2-40B4-BE49-F238E27FC236}">
                <a16:creationId xmlns:a16="http://schemas.microsoft.com/office/drawing/2014/main" id="{935D8939-F27F-459F-8AE1-F78F65AD719A}"/>
              </a:ext>
            </a:extLst>
          </p:cNvPr>
          <p:cNvSpPr>
            <a:spLocks noGrp="1"/>
          </p:cNvSpPr>
          <p:nvPr/>
        </p:nvSpPr>
        <p:spPr>
          <a:xfrm>
            <a:off x="3162300" y="3028950"/>
            <a:ext cx="9525" cy="581025"/>
          </a:xfrm>
          <a:prstGeom prst="line">
            <a:avLst/>
          </a:prstGeom>
          <a:noFill/>
          <a:ln w="9525">
            <a:solidFill>
              <a:srgbClr val="DCE4E4"/>
            </a:solidFill>
            <a:prstDash val="solid"/>
          </a:ln>
        </p:spPr>
      </p:sp>
      <p:sp>
        <p:nvSpPr>
          <p:cNvPr id="34" name="timeline-grid-1-1">
            <a:extLst>
              <a:ext uri="{FF2B5EF4-FFF2-40B4-BE49-F238E27FC236}">
                <a16:creationId xmlns:a16="http://schemas.microsoft.com/office/drawing/2014/main" id="{6ABCB7B5-A0F2-4E00-AE50-A317279BDE8D}"/>
              </a:ext>
            </a:extLst>
          </p:cNvPr>
          <p:cNvSpPr>
            <a:spLocks noGrp="1"/>
          </p:cNvSpPr>
          <p:nvPr/>
        </p:nvSpPr>
        <p:spPr>
          <a:xfrm>
            <a:off x="5248275" y="3028950"/>
            <a:ext cx="9525" cy="581025"/>
          </a:xfrm>
          <a:prstGeom prst="line">
            <a:avLst/>
          </a:prstGeom>
          <a:noFill/>
          <a:ln w="9525">
            <a:solidFill>
              <a:srgbClr val="DCE4E4"/>
            </a:solidFill>
            <a:prstDash val="solid"/>
          </a:ln>
        </p:spPr>
      </p:sp>
      <p:sp>
        <p:nvSpPr>
          <p:cNvPr id="35" name="timeline-grid-1-2">
            <a:extLst>
              <a:ext uri="{FF2B5EF4-FFF2-40B4-BE49-F238E27FC236}">
                <a16:creationId xmlns:a16="http://schemas.microsoft.com/office/drawing/2014/main" id="{C7D65522-8E73-4573-BFF5-5458012AE1B5}"/>
              </a:ext>
            </a:extLst>
          </p:cNvPr>
          <p:cNvSpPr>
            <a:spLocks noGrp="1"/>
          </p:cNvSpPr>
          <p:nvPr/>
        </p:nvSpPr>
        <p:spPr>
          <a:xfrm>
            <a:off x="7334250" y="3028950"/>
            <a:ext cx="9525" cy="581025"/>
          </a:xfrm>
          <a:prstGeom prst="line">
            <a:avLst/>
          </a:prstGeom>
          <a:noFill/>
          <a:ln w="9525">
            <a:solidFill>
              <a:srgbClr val="DCE4E4"/>
            </a:solidFill>
            <a:prstDash val="solid"/>
          </a:ln>
        </p:spPr>
      </p:sp>
      <p:sp>
        <p:nvSpPr>
          <p:cNvPr id="36" name="timeline-grid-1-3">
            <a:extLst>
              <a:ext uri="{FF2B5EF4-FFF2-40B4-BE49-F238E27FC236}">
                <a16:creationId xmlns:a16="http://schemas.microsoft.com/office/drawing/2014/main" id="{6F38B786-AA01-46C8-83EC-81D8D8ABC7EB}"/>
              </a:ext>
            </a:extLst>
          </p:cNvPr>
          <p:cNvSpPr>
            <a:spLocks noGrp="1"/>
          </p:cNvSpPr>
          <p:nvPr/>
        </p:nvSpPr>
        <p:spPr>
          <a:xfrm>
            <a:off x="9420225" y="3028950"/>
            <a:ext cx="9525" cy="581025"/>
          </a:xfrm>
          <a:prstGeom prst="line">
            <a:avLst/>
          </a:prstGeom>
          <a:noFill/>
          <a:ln w="9525">
            <a:solidFill>
              <a:srgbClr val="DCE4E4"/>
            </a:solidFill>
            <a:prstDash val="solid"/>
          </a:ln>
        </p:spPr>
      </p:sp>
      <p:sp>
        <p:nvSpPr>
          <p:cNvPr id="37" name="timeline-bar-1">
            <a:extLst>
              <a:ext uri="{FF2B5EF4-FFF2-40B4-BE49-F238E27FC236}">
                <a16:creationId xmlns:a16="http://schemas.microsoft.com/office/drawing/2014/main" id="{37DDF3B1-F345-4750-B3B0-778808C4D1ED}"/>
              </a:ext>
            </a:extLst>
          </p:cNvPr>
          <p:cNvSpPr>
            <a:spLocks noGrp="1"/>
          </p:cNvSpPr>
          <p:nvPr/>
        </p:nvSpPr>
        <p:spPr>
          <a:xfrm>
            <a:off x="3537776" y="3200400"/>
            <a:ext cx="1084707" cy="238125"/>
          </a:xfrm>
          <a:prstGeom prst="roundRect">
            <a:avLst>
              <a:gd name="adj" fmla="val 48000"/>
            </a:avLst>
          </a:prstGeom>
          <a:solidFill>
            <a:srgbClr val="E8B04A"/>
          </a:solidFill>
          <a:ln w="0">
            <a:noFill/>
            <a:prstDash val="solid"/>
          </a:ln>
        </p:spPr>
      </p:sp>
      <p:sp>
        <p:nvSpPr>
          <p:cNvPr id="38" name="timeline-milestone-1">
            <a:extLst>
              <a:ext uri="{FF2B5EF4-FFF2-40B4-BE49-F238E27FC236}">
                <a16:creationId xmlns:a16="http://schemas.microsoft.com/office/drawing/2014/main" id="{304E40C0-F306-45CC-B93E-AD06501A3555}"/>
              </a:ext>
            </a:extLst>
          </p:cNvPr>
          <p:cNvSpPr>
            <a:spLocks noGrp="1"/>
          </p:cNvSpPr>
          <p:nvPr/>
        </p:nvSpPr>
        <p:spPr>
          <a:xfrm>
            <a:off x="4489133" y="3133725"/>
            <a:ext cx="371475" cy="371475"/>
          </a:xfrm>
          <a:prstGeom prst="ellipse">
            <a:avLst/>
          </a:prstGeom>
          <a:solidFill>
            <a:srgbClr val="FFFFFF"/>
          </a:solidFill>
          <a:ln w="28575">
            <a:solidFill>
              <a:srgbClr val="E8B04A"/>
            </a:solidFill>
            <a:prstDash val="solid"/>
          </a:ln>
        </p:spPr>
      </p:sp>
      <p:sp>
        <p:nvSpPr>
          <p:cNvPr id="39" name="timeline-row-2">
            <a:extLst>
              <a:ext uri="{FF2B5EF4-FFF2-40B4-BE49-F238E27FC236}">
                <a16:creationId xmlns:a16="http://schemas.microsoft.com/office/drawing/2014/main" id="{C531F0AC-DF70-4C48-9CE0-642837053E08}"/>
              </a:ext>
            </a:extLst>
          </p:cNvPr>
          <p:cNvSpPr>
            <a:spLocks noGrp="1"/>
          </p:cNvSpPr>
          <p:nvPr/>
        </p:nvSpPr>
        <p:spPr>
          <a:xfrm>
            <a:off x="685800" y="3609975"/>
            <a:ext cx="10820400" cy="581025"/>
          </a:xfrm>
          <a:prstGeom prst="rect">
            <a:avLst/>
          </a:prstGeom>
          <a:solidFill>
            <a:srgbClr val="FFFFFF"/>
          </a:solidFill>
          <a:ln w="9525">
            <a:solidFill>
              <a:srgbClr val="DCE4E4"/>
            </a:solidFill>
            <a:prstDash val="solid"/>
          </a:ln>
        </p:spPr>
      </p:sp>
      <p:sp>
        <p:nvSpPr>
          <p:cNvPr id="40" name="timeline-dot-2">
            <a:extLst>
              <a:ext uri="{FF2B5EF4-FFF2-40B4-BE49-F238E27FC236}">
                <a16:creationId xmlns:a16="http://schemas.microsoft.com/office/drawing/2014/main" id="{04068F2E-1FB2-4945-A97F-0A68B7D12FD1}"/>
              </a:ext>
            </a:extLst>
          </p:cNvPr>
          <p:cNvSpPr>
            <a:spLocks noGrp="1"/>
          </p:cNvSpPr>
          <p:nvPr/>
        </p:nvSpPr>
        <p:spPr>
          <a:xfrm>
            <a:off x="857250" y="3752850"/>
            <a:ext cx="295275" cy="295275"/>
          </a:xfrm>
          <a:prstGeom prst="ellipse">
            <a:avLst/>
          </a:prstGeom>
          <a:solidFill>
            <a:srgbClr val="75A9C2"/>
          </a:solidFill>
          <a:ln w="0">
            <a:noFill/>
            <a:prstDash val="solid"/>
          </a:ln>
        </p:spPr>
      </p:sp>
      <p:sp>
        <p:nvSpPr>
          <p:cNvPr id="41" name="timeline-num-2">
            <a:extLst>
              <a:ext uri="{FF2B5EF4-FFF2-40B4-BE49-F238E27FC236}">
                <a16:creationId xmlns:a16="http://schemas.microsoft.com/office/drawing/2014/main" id="{42FD0A14-C717-46DC-983D-890D4A4C5A2A}"/>
              </a:ext>
            </a:extLst>
          </p:cNvPr>
          <p:cNvSpPr>
            <a:spLocks noGrp="1"/>
          </p:cNvSpPr>
          <p:nvPr/>
        </p:nvSpPr>
        <p:spPr>
          <a:xfrm>
            <a:off x="857250" y="3781425"/>
            <a:ext cx="2952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2" name="timeline-label-2">
            <a:extLst>
              <a:ext uri="{FF2B5EF4-FFF2-40B4-BE49-F238E27FC236}">
                <a16:creationId xmlns:a16="http://schemas.microsoft.com/office/drawing/2014/main" id="{7F8B4175-E93E-44B8-BB86-D3B61C1AA3E0}"/>
              </a:ext>
            </a:extLst>
          </p:cNvPr>
          <p:cNvSpPr>
            <a:spLocks noGrp="1"/>
          </p:cNvSpPr>
          <p:nvPr/>
        </p:nvSpPr>
        <p:spPr>
          <a:xfrm>
            <a:off x="1276350" y="3724275"/>
            <a:ext cx="17335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725" b="1">
                <a:solidFill>
                  <a:srgbClr val="2031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0313A"/>
                </a:solidFill>
                <a:latin typeface="Arial"/>
                <a:ea typeface="Arial"/>
                <a:cs typeface="Arial"/>
              </a:rPr>
              <a:t>Подготовка</a:t>
            </a:r>
          </a:p>
        </p:txBody>
      </p:sp>
      <p:sp>
        <p:nvSpPr>
          <p:cNvPr id="43" name="timeline-grid-2-0">
            <a:extLst>
              <a:ext uri="{FF2B5EF4-FFF2-40B4-BE49-F238E27FC236}">
                <a16:creationId xmlns:a16="http://schemas.microsoft.com/office/drawing/2014/main" id="{09B13F63-FF36-4203-89D9-EB94004C95AA}"/>
              </a:ext>
            </a:extLst>
          </p:cNvPr>
          <p:cNvSpPr>
            <a:spLocks noGrp="1"/>
          </p:cNvSpPr>
          <p:nvPr/>
        </p:nvSpPr>
        <p:spPr>
          <a:xfrm>
            <a:off x="3162300" y="3609975"/>
            <a:ext cx="9525" cy="581025"/>
          </a:xfrm>
          <a:prstGeom prst="line">
            <a:avLst/>
          </a:prstGeom>
          <a:noFill/>
          <a:ln w="9525">
            <a:solidFill>
              <a:srgbClr val="DCE4E4"/>
            </a:solidFill>
            <a:prstDash val="solid"/>
          </a:ln>
        </p:spPr>
      </p:sp>
      <p:sp>
        <p:nvSpPr>
          <p:cNvPr id="44" name="timeline-grid-2-1">
            <a:extLst>
              <a:ext uri="{FF2B5EF4-FFF2-40B4-BE49-F238E27FC236}">
                <a16:creationId xmlns:a16="http://schemas.microsoft.com/office/drawing/2014/main" id="{0347EA01-2B69-4A03-84FE-041B8F6E3A2E}"/>
              </a:ext>
            </a:extLst>
          </p:cNvPr>
          <p:cNvSpPr>
            <a:spLocks noGrp="1"/>
          </p:cNvSpPr>
          <p:nvPr/>
        </p:nvSpPr>
        <p:spPr>
          <a:xfrm>
            <a:off x="5248275" y="3609975"/>
            <a:ext cx="9525" cy="581025"/>
          </a:xfrm>
          <a:prstGeom prst="line">
            <a:avLst/>
          </a:prstGeom>
          <a:noFill/>
          <a:ln w="9525">
            <a:solidFill>
              <a:srgbClr val="DCE4E4"/>
            </a:solidFill>
            <a:prstDash val="solid"/>
          </a:ln>
        </p:spPr>
      </p:sp>
      <p:sp>
        <p:nvSpPr>
          <p:cNvPr id="45" name="timeline-grid-2-2">
            <a:extLst>
              <a:ext uri="{FF2B5EF4-FFF2-40B4-BE49-F238E27FC236}">
                <a16:creationId xmlns:a16="http://schemas.microsoft.com/office/drawing/2014/main" id="{1E9089A2-148A-4113-8335-630FE04F1629}"/>
              </a:ext>
            </a:extLst>
          </p:cNvPr>
          <p:cNvSpPr>
            <a:spLocks noGrp="1"/>
          </p:cNvSpPr>
          <p:nvPr/>
        </p:nvSpPr>
        <p:spPr>
          <a:xfrm>
            <a:off x="7334250" y="3609975"/>
            <a:ext cx="9525" cy="581025"/>
          </a:xfrm>
          <a:prstGeom prst="line">
            <a:avLst/>
          </a:prstGeom>
          <a:noFill/>
          <a:ln w="9525">
            <a:solidFill>
              <a:srgbClr val="DCE4E4"/>
            </a:solidFill>
            <a:prstDash val="solid"/>
          </a:ln>
        </p:spPr>
      </p:sp>
      <p:sp>
        <p:nvSpPr>
          <p:cNvPr id="46" name="timeline-grid-2-3">
            <a:extLst>
              <a:ext uri="{FF2B5EF4-FFF2-40B4-BE49-F238E27FC236}">
                <a16:creationId xmlns:a16="http://schemas.microsoft.com/office/drawing/2014/main" id="{41A21918-4A4E-4156-A016-F5A93CD37557}"/>
              </a:ext>
            </a:extLst>
          </p:cNvPr>
          <p:cNvSpPr>
            <a:spLocks noGrp="1"/>
          </p:cNvSpPr>
          <p:nvPr/>
        </p:nvSpPr>
        <p:spPr>
          <a:xfrm>
            <a:off x="9420225" y="3609975"/>
            <a:ext cx="9525" cy="581025"/>
          </a:xfrm>
          <a:prstGeom prst="line">
            <a:avLst/>
          </a:prstGeom>
          <a:noFill/>
          <a:ln w="9525">
            <a:solidFill>
              <a:srgbClr val="DCE4E4"/>
            </a:solidFill>
            <a:prstDash val="solid"/>
          </a:ln>
        </p:spPr>
      </p:sp>
      <p:sp>
        <p:nvSpPr>
          <p:cNvPr id="47" name="timeline-bar-2">
            <a:extLst>
              <a:ext uri="{FF2B5EF4-FFF2-40B4-BE49-F238E27FC236}">
                <a16:creationId xmlns:a16="http://schemas.microsoft.com/office/drawing/2014/main" id="{484F3A5C-7294-40A5-9327-91C987F62E76}"/>
              </a:ext>
            </a:extLst>
          </p:cNvPr>
          <p:cNvSpPr>
            <a:spLocks noGrp="1"/>
          </p:cNvSpPr>
          <p:nvPr/>
        </p:nvSpPr>
        <p:spPr>
          <a:xfrm>
            <a:off x="4038410" y="3781425"/>
            <a:ext cx="1001268" cy="238125"/>
          </a:xfrm>
          <a:prstGeom prst="roundRect">
            <a:avLst>
              <a:gd name="adj" fmla="val 48000"/>
            </a:avLst>
          </a:prstGeom>
          <a:solidFill>
            <a:srgbClr val="75A9C2"/>
          </a:solidFill>
          <a:ln w="0">
            <a:noFill/>
            <a:prstDash val="solid"/>
          </a:ln>
        </p:spPr>
      </p:sp>
      <p:sp>
        <p:nvSpPr>
          <p:cNvPr id="48" name="timeline-milestone-2">
            <a:extLst>
              <a:ext uri="{FF2B5EF4-FFF2-40B4-BE49-F238E27FC236}">
                <a16:creationId xmlns:a16="http://schemas.microsoft.com/office/drawing/2014/main" id="{3B14AEA9-FB2B-4CC3-8780-0D95CECDB751}"/>
              </a:ext>
            </a:extLst>
          </p:cNvPr>
          <p:cNvSpPr>
            <a:spLocks noGrp="1"/>
          </p:cNvSpPr>
          <p:nvPr/>
        </p:nvSpPr>
        <p:spPr>
          <a:xfrm>
            <a:off x="4906328" y="3714750"/>
            <a:ext cx="371475" cy="371475"/>
          </a:xfrm>
          <a:prstGeom prst="ellipse">
            <a:avLst/>
          </a:prstGeom>
          <a:solidFill>
            <a:srgbClr val="FFFFFF"/>
          </a:solidFill>
          <a:ln w="28575">
            <a:solidFill>
              <a:srgbClr val="75A9C2"/>
            </a:solidFill>
            <a:prstDash val="solid"/>
          </a:ln>
        </p:spPr>
      </p:sp>
      <p:sp>
        <p:nvSpPr>
          <p:cNvPr id="49" name="timeline-row-3">
            <a:extLst>
              <a:ext uri="{FF2B5EF4-FFF2-40B4-BE49-F238E27FC236}">
                <a16:creationId xmlns:a16="http://schemas.microsoft.com/office/drawing/2014/main" id="{3988C509-443A-457C-A16E-4A47F3C1256A}"/>
              </a:ext>
            </a:extLst>
          </p:cNvPr>
          <p:cNvSpPr>
            <a:spLocks noGrp="1"/>
          </p:cNvSpPr>
          <p:nvPr/>
        </p:nvSpPr>
        <p:spPr>
          <a:xfrm>
            <a:off x="685800" y="4191000"/>
            <a:ext cx="10820400" cy="581025"/>
          </a:xfrm>
          <a:prstGeom prst="rect">
            <a:avLst/>
          </a:prstGeom>
          <a:solidFill>
            <a:srgbClr val="EDF2F1"/>
          </a:solidFill>
          <a:ln w="9525">
            <a:solidFill>
              <a:srgbClr val="DCE4E4"/>
            </a:solidFill>
            <a:prstDash val="solid"/>
          </a:ln>
        </p:spPr>
      </p:sp>
      <p:sp>
        <p:nvSpPr>
          <p:cNvPr id="50" name="timeline-dot-3">
            <a:extLst>
              <a:ext uri="{FF2B5EF4-FFF2-40B4-BE49-F238E27FC236}">
                <a16:creationId xmlns:a16="http://schemas.microsoft.com/office/drawing/2014/main" id="{6F731167-D3F7-408B-B04E-C5955D646847}"/>
              </a:ext>
            </a:extLst>
          </p:cNvPr>
          <p:cNvSpPr>
            <a:spLocks noGrp="1"/>
          </p:cNvSpPr>
          <p:nvPr/>
        </p:nvSpPr>
        <p:spPr>
          <a:xfrm>
            <a:off x="857250" y="4333875"/>
            <a:ext cx="295275" cy="295275"/>
          </a:xfrm>
          <a:prstGeom prst="ellipse">
            <a:avLst/>
          </a:prstGeom>
          <a:solidFill>
            <a:srgbClr val="3B8C88"/>
          </a:solidFill>
          <a:ln w="0">
            <a:noFill/>
            <a:prstDash val="solid"/>
          </a:ln>
        </p:spPr>
      </p:sp>
      <p:sp>
        <p:nvSpPr>
          <p:cNvPr id="51" name="timeline-num-3">
            <a:extLst>
              <a:ext uri="{FF2B5EF4-FFF2-40B4-BE49-F238E27FC236}">
                <a16:creationId xmlns:a16="http://schemas.microsoft.com/office/drawing/2014/main" id="{4254C016-43AB-44A4-9CE5-89C7531C3018}"/>
              </a:ext>
            </a:extLst>
          </p:cNvPr>
          <p:cNvSpPr>
            <a:spLocks noGrp="1"/>
          </p:cNvSpPr>
          <p:nvPr/>
        </p:nvSpPr>
        <p:spPr>
          <a:xfrm>
            <a:off x="857250" y="4362450"/>
            <a:ext cx="2952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2" name="timeline-label-3">
            <a:extLst>
              <a:ext uri="{FF2B5EF4-FFF2-40B4-BE49-F238E27FC236}">
                <a16:creationId xmlns:a16="http://schemas.microsoft.com/office/drawing/2014/main" id="{96EC69D8-E5D1-4E3E-B9AE-E1E0B0FFF516}"/>
              </a:ext>
            </a:extLst>
          </p:cNvPr>
          <p:cNvSpPr>
            <a:spLocks noGrp="1"/>
          </p:cNvSpPr>
          <p:nvPr/>
        </p:nvSpPr>
        <p:spPr>
          <a:xfrm>
            <a:off x="1276350" y="4305300"/>
            <a:ext cx="17335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725" b="1">
                <a:solidFill>
                  <a:srgbClr val="2031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0313A"/>
                </a:solidFill>
                <a:latin typeface="Arial"/>
                <a:ea typeface="Arial"/>
                <a:cs typeface="Arial"/>
              </a:rPr>
              <a:t>Реализация</a:t>
            </a:r>
          </a:p>
        </p:txBody>
      </p:sp>
      <p:sp>
        <p:nvSpPr>
          <p:cNvPr id="53" name="timeline-grid-3-0">
            <a:extLst>
              <a:ext uri="{FF2B5EF4-FFF2-40B4-BE49-F238E27FC236}">
                <a16:creationId xmlns:a16="http://schemas.microsoft.com/office/drawing/2014/main" id="{8C014FB0-BF71-40F2-8334-7630B88037E3}"/>
              </a:ext>
            </a:extLst>
          </p:cNvPr>
          <p:cNvSpPr>
            <a:spLocks noGrp="1"/>
          </p:cNvSpPr>
          <p:nvPr/>
        </p:nvSpPr>
        <p:spPr>
          <a:xfrm>
            <a:off x="3162300" y="4191000"/>
            <a:ext cx="9525" cy="581025"/>
          </a:xfrm>
          <a:prstGeom prst="line">
            <a:avLst/>
          </a:prstGeom>
          <a:noFill/>
          <a:ln w="9525">
            <a:solidFill>
              <a:srgbClr val="DCE4E4"/>
            </a:solidFill>
            <a:prstDash val="solid"/>
          </a:ln>
        </p:spPr>
      </p:sp>
      <p:sp>
        <p:nvSpPr>
          <p:cNvPr id="54" name="timeline-grid-3-1">
            <a:extLst>
              <a:ext uri="{FF2B5EF4-FFF2-40B4-BE49-F238E27FC236}">
                <a16:creationId xmlns:a16="http://schemas.microsoft.com/office/drawing/2014/main" id="{C8214F7A-8995-491B-9232-53E671D850E3}"/>
              </a:ext>
            </a:extLst>
          </p:cNvPr>
          <p:cNvSpPr>
            <a:spLocks noGrp="1"/>
          </p:cNvSpPr>
          <p:nvPr/>
        </p:nvSpPr>
        <p:spPr>
          <a:xfrm>
            <a:off x="5248275" y="4191000"/>
            <a:ext cx="9525" cy="581025"/>
          </a:xfrm>
          <a:prstGeom prst="line">
            <a:avLst/>
          </a:prstGeom>
          <a:noFill/>
          <a:ln w="9525">
            <a:solidFill>
              <a:srgbClr val="DCE4E4"/>
            </a:solidFill>
            <a:prstDash val="solid"/>
          </a:ln>
        </p:spPr>
      </p:sp>
      <p:sp>
        <p:nvSpPr>
          <p:cNvPr id="55" name="timeline-grid-3-2">
            <a:extLst>
              <a:ext uri="{FF2B5EF4-FFF2-40B4-BE49-F238E27FC236}">
                <a16:creationId xmlns:a16="http://schemas.microsoft.com/office/drawing/2014/main" id="{15F26A20-C39B-4BDE-8D70-F3E637D30F25}"/>
              </a:ext>
            </a:extLst>
          </p:cNvPr>
          <p:cNvSpPr>
            <a:spLocks noGrp="1"/>
          </p:cNvSpPr>
          <p:nvPr/>
        </p:nvSpPr>
        <p:spPr>
          <a:xfrm>
            <a:off x="7334250" y="4191000"/>
            <a:ext cx="9525" cy="581025"/>
          </a:xfrm>
          <a:prstGeom prst="line">
            <a:avLst/>
          </a:prstGeom>
          <a:noFill/>
          <a:ln w="9525">
            <a:solidFill>
              <a:srgbClr val="DCE4E4"/>
            </a:solidFill>
            <a:prstDash val="solid"/>
          </a:ln>
        </p:spPr>
      </p:sp>
      <p:sp>
        <p:nvSpPr>
          <p:cNvPr id="56" name="timeline-grid-3-3">
            <a:extLst>
              <a:ext uri="{FF2B5EF4-FFF2-40B4-BE49-F238E27FC236}">
                <a16:creationId xmlns:a16="http://schemas.microsoft.com/office/drawing/2014/main" id="{8498D43C-6725-4A54-B3BE-26494CC4CC0E}"/>
              </a:ext>
            </a:extLst>
          </p:cNvPr>
          <p:cNvSpPr>
            <a:spLocks noGrp="1"/>
          </p:cNvSpPr>
          <p:nvPr/>
        </p:nvSpPr>
        <p:spPr>
          <a:xfrm>
            <a:off x="9420225" y="4191000"/>
            <a:ext cx="9525" cy="581025"/>
          </a:xfrm>
          <a:prstGeom prst="line">
            <a:avLst/>
          </a:prstGeom>
          <a:noFill/>
          <a:ln w="9525">
            <a:solidFill>
              <a:srgbClr val="DCE4E4"/>
            </a:solidFill>
            <a:prstDash val="solid"/>
          </a:ln>
        </p:spPr>
      </p:sp>
      <p:sp>
        <p:nvSpPr>
          <p:cNvPr id="57" name="timeline-bar-3">
            <a:extLst>
              <a:ext uri="{FF2B5EF4-FFF2-40B4-BE49-F238E27FC236}">
                <a16:creationId xmlns:a16="http://schemas.microsoft.com/office/drawing/2014/main" id="{F7B38816-79D4-48E3-A020-6A99D265FD78}"/>
              </a:ext>
            </a:extLst>
          </p:cNvPr>
          <p:cNvSpPr>
            <a:spLocks noGrp="1"/>
          </p:cNvSpPr>
          <p:nvPr/>
        </p:nvSpPr>
        <p:spPr>
          <a:xfrm>
            <a:off x="4455605" y="4362450"/>
            <a:ext cx="1793939" cy="238125"/>
          </a:xfrm>
          <a:prstGeom prst="roundRect">
            <a:avLst>
              <a:gd name="adj" fmla="val 48000"/>
            </a:avLst>
          </a:prstGeom>
          <a:solidFill>
            <a:srgbClr val="3B8C88"/>
          </a:solidFill>
          <a:ln w="0">
            <a:noFill/>
            <a:prstDash val="solid"/>
          </a:ln>
        </p:spPr>
      </p:sp>
      <p:sp>
        <p:nvSpPr>
          <p:cNvPr id="58" name="timeline-milestone-3">
            <a:extLst>
              <a:ext uri="{FF2B5EF4-FFF2-40B4-BE49-F238E27FC236}">
                <a16:creationId xmlns:a16="http://schemas.microsoft.com/office/drawing/2014/main" id="{7B75451C-7CB9-4BE9-9088-32C31E20BFB0}"/>
              </a:ext>
            </a:extLst>
          </p:cNvPr>
          <p:cNvSpPr>
            <a:spLocks noGrp="1"/>
          </p:cNvSpPr>
          <p:nvPr/>
        </p:nvSpPr>
        <p:spPr>
          <a:xfrm>
            <a:off x="6116193" y="4295775"/>
            <a:ext cx="371475" cy="371475"/>
          </a:xfrm>
          <a:prstGeom prst="ellipse">
            <a:avLst/>
          </a:prstGeom>
          <a:solidFill>
            <a:srgbClr val="FFFFFF"/>
          </a:solidFill>
          <a:ln w="28575">
            <a:solidFill>
              <a:srgbClr val="3B8C88"/>
            </a:solidFill>
            <a:prstDash val="solid"/>
          </a:ln>
        </p:spPr>
      </p:sp>
      <p:sp>
        <p:nvSpPr>
          <p:cNvPr id="59" name="timeline-row-4">
            <a:extLst>
              <a:ext uri="{FF2B5EF4-FFF2-40B4-BE49-F238E27FC236}">
                <a16:creationId xmlns:a16="http://schemas.microsoft.com/office/drawing/2014/main" id="{E2148A9D-A227-4DC5-BD6A-97F48003B3B8}"/>
              </a:ext>
            </a:extLst>
          </p:cNvPr>
          <p:cNvSpPr>
            <a:spLocks noGrp="1"/>
          </p:cNvSpPr>
          <p:nvPr/>
        </p:nvSpPr>
        <p:spPr>
          <a:xfrm>
            <a:off x="685800" y="4772025"/>
            <a:ext cx="10820400" cy="581025"/>
          </a:xfrm>
          <a:prstGeom prst="rect">
            <a:avLst/>
          </a:prstGeom>
          <a:solidFill>
            <a:srgbClr val="FFFFFF"/>
          </a:solidFill>
          <a:ln w="9525">
            <a:solidFill>
              <a:srgbClr val="DCE4E4"/>
            </a:solidFill>
            <a:prstDash val="solid"/>
          </a:ln>
        </p:spPr>
      </p:sp>
      <p:sp>
        <p:nvSpPr>
          <p:cNvPr id="60" name="timeline-dot-4">
            <a:extLst>
              <a:ext uri="{FF2B5EF4-FFF2-40B4-BE49-F238E27FC236}">
                <a16:creationId xmlns:a16="http://schemas.microsoft.com/office/drawing/2014/main" id="{C88AD75E-32E1-4CC5-B112-2FA3A43DD5AA}"/>
              </a:ext>
            </a:extLst>
          </p:cNvPr>
          <p:cNvSpPr>
            <a:spLocks noGrp="1"/>
          </p:cNvSpPr>
          <p:nvPr/>
        </p:nvSpPr>
        <p:spPr>
          <a:xfrm>
            <a:off x="857250" y="4914900"/>
            <a:ext cx="295275" cy="295275"/>
          </a:xfrm>
          <a:prstGeom prst="ellipse">
            <a:avLst/>
          </a:prstGeom>
          <a:solidFill>
            <a:srgbClr val="6FAE80"/>
          </a:solidFill>
          <a:ln w="0">
            <a:noFill/>
            <a:prstDash val="solid"/>
          </a:ln>
        </p:spPr>
      </p:sp>
      <p:sp>
        <p:nvSpPr>
          <p:cNvPr id="61" name="timeline-num-4">
            <a:extLst>
              <a:ext uri="{FF2B5EF4-FFF2-40B4-BE49-F238E27FC236}">
                <a16:creationId xmlns:a16="http://schemas.microsoft.com/office/drawing/2014/main" id="{E387ADB8-09FB-4D2D-8538-61805149FA39}"/>
              </a:ext>
            </a:extLst>
          </p:cNvPr>
          <p:cNvSpPr>
            <a:spLocks noGrp="1"/>
          </p:cNvSpPr>
          <p:nvPr/>
        </p:nvSpPr>
        <p:spPr>
          <a:xfrm>
            <a:off x="857250" y="4943475"/>
            <a:ext cx="2952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62" name="timeline-label-4">
            <a:extLst>
              <a:ext uri="{FF2B5EF4-FFF2-40B4-BE49-F238E27FC236}">
                <a16:creationId xmlns:a16="http://schemas.microsoft.com/office/drawing/2014/main" id="{AADB1766-B7A5-4A8C-A30F-07F1DDEC9F83}"/>
              </a:ext>
            </a:extLst>
          </p:cNvPr>
          <p:cNvSpPr>
            <a:spLocks noGrp="1"/>
          </p:cNvSpPr>
          <p:nvPr/>
        </p:nvSpPr>
        <p:spPr>
          <a:xfrm>
            <a:off x="1276350" y="4886325"/>
            <a:ext cx="17335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725" b="1">
                <a:solidFill>
                  <a:srgbClr val="2031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0313A"/>
                </a:solidFill>
                <a:latin typeface="Arial"/>
                <a:ea typeface="Arial"/>
                <a:cs typeface="Arial"/>
              </a:rPr>
              <a:t>Проверка</a:t>
            </a:r>
          </a:p>
        </p:txBody>
      </p:sp>
      <p:sp>
        <p:nvSpPr>
          <p:cNvPr id="63" name="timeline-grid-4-0">
            <a:extLst>
              <a:ext uri="{FF2B5EF4-FFF2-40B4-BE49-F238E27FC236}">
                <a16:creationId xmlns:a16="http://schemas.microsoft.com/office/drawing/2014/main" id="{C95EFE66-E62E-41DE-98B8-391D7CFA90DF}"/>
              </a:ext>
            </a:extLst>
          </p:cNvPr>
          <p:cNvSpPr>
            <a:spLocks noGrp="1"/>
          </p:cNvSpPr>
          <p:nvPr/>
        </p:nvSpPr>
        <p:spPr>
          <a:xfrm>
            <a:off x="3162300" y="4772025"/>
            <a:ext cx="9525" cy="581025"/>
          </a:xfrm>
          <a:prstGeom prst="line">
            <a:avLst/>
          </a:prstGeom>
          <a:noFill/>
          <a:ln w="9525">
            <a:solidFill>
              <a:srgbClr val="DCE4E4"/>
            </a:solidFill>
            <a:prstDash val="solid"/>
          </a:ln>
        </p:spPr>
      </p:sp>
      <p:sp>
        <p:nvSpPr>
          <p:cNvPr id="64" name="timeline-grid-4-1">
            <a:extLst>
              <a:ext uri="{FF2B5EF4-FFF2-40B4-BE49-F238E27FC236}">
                <a16:creationId xmlns:a16="http://schemas.microsoft.com/office/drawing/2014/main" id="{B5EADA99-04FE-4A64-9437-2F9F404F2711}"/>
              </a:ext>
            </a:extLst>
          </p:cNvPr>
          <p:cNvSpPr>
            <a:spLocks noGrp="1"/>
          </p:cNvSpPr>
          <p:nvPr/>
        </p:nvSpPr>
        <p:spPr>
          <a:xfrm>
            <a:off x="5248275" y="4772025"/>
            <a:ext cx="9525" cy="581025"/>
          </a:xfrm>
          <a:prstGeom prst="line">
            <a:avLst/>
          </a:prstGeom>
          <a:noFill/>
          <a:ln w="9525">
            <a:solidFill>
              <a:srgbClr val="DCE4E4"/>
            </a:solidFill>
            <a:prstDash val="solid"/>
          </a:ln>
        </p:spPr>
      </p:sp>
      <p:sp>
        <p:nvSpPr>
          <p:cNvPr id="65" name="timeline-grid-4-2">
            <a:extLst>
              <a:ext uri="{FF2B5EF4-FFF2-40B4-BE49-F238E27FC236}">
                <a16:creationId xmlns:a16="http://schemas.microsoft.com/office/drawing/2014/main" id="{EAB1CB38-53C6-42B5-A81D-7BB83CC329C7}"/>
              </a:ext>
            </a:extLst>
          </p:cNvPr>
          <p:cNvSpPr>
            <a:spLocks noGrp="1"/>
          </p:cNvSpPr>
          <p:nvPr/>
        </p:nvSpPr>
        <p:spPr>
          <a:xfrm>
            <a:off x="7334250" y="4772025"/>
            <a:ext cx="9525" cy="581025"/>
          </a:xfrm>
          <a:prstGeom prst="line">
            <a:avLst/>
          </a:prstGeom>
          <a:noFill/>
          <a:ln w="9525">
            <a:solidFill>
              <a:srgbClr val="DCE4E4"/>
            </a:solidFill>
            <a:prstDash val="solid"/>
          </a:ln>
        </p:spPr>
      </p:sp>
      <p:sp>
        <p:nvSpPr>
          <p:cNvPr id="66" name="timeline-grid-4-3">
            <a:extLst>
              <a:ext uri="{FF2B5EF4-FFF2-40B4-BE49-F238E27FC236}">
                <a16:creationId xmlns:a16="http://schemas.microsoft.com/office/drawing/2014/main" id="{1A984155-4404-4A10-B185-32CE060DAE80}"/>
              </a:ext>
            </a:extLst>
          </p:cNvPr>
          <p:cNvSpPr>
            <a:spLocks noGrp="1"/>
          </p:cNvSpPr>
          <p:nvPr/>
        </p:nvSpPr>
        <p:spPr>
          <a:xfrm>
            <a:off x="9420225" y="4772025"/>
            <a:ext cx="9525" cy="581025"/>
          </a:xfrm>
          <a:prstGeom prst="line">
            <a:avLst/>
          </a:prstGeom>
          <a:noFill/>
          <a:ln w="9525">
            <a:solidFill>
              <a:srgbClr val="DCE4E4"/>
            </a:solidFill>
            <a:prstDash val="solid"/>
          </a:ln>
        </p:spPr>
      </p:sp>
      <p:sp>
        <p:nvSpPr>
          <p:cNvPr id="67" name="timeline-bar-4">
            <a:extLst>
              <a:ext uri="{FF2B5EF4-FFF2-40B4-BE49-F238E27FC236}">
                <a16:creationId xmlns:a16="http://schemas.microsoft.com/office/drawing/2014/main" id="{C927C226-E961-404F-8959-03E31D2D64BC}"/>
              </a:ext>
            </a:extLst>
          </p:cNvPr>
          <p:cNvSpPr>
            <a:spLocks noGrp="1"/>
          </p:cNvSpPr>
          <p:nvPr/>
        </p:nvSpPr>
        <p:spPr>
          <a:xfrm>
            <a:off x="7000494" y="4943475"/>
            <a:ext cx="1752219" cy="238125"/>
          </a:xfrm>
          <a:prstGeom prst="roundRect">
            <a:avLst>
              <a:gd name="adj" fmla="val 48000"/>
            </a:avLst>
          </a:prstGeom>
          <a:solidFill>
            <a:srgbClr val="6FAE80"/>
          </a:solidFill>
          <a:ln w="0">
            <a:noFill/>
            <a:prstDash val="solid"/>
          </a:ln>
        </p:spPr>
      </p:sp>
      <p:sp>
        <p:nvSpPr>
          <p:cNvPr id="68" name="timeline-milestone-4">
            <a:extLst>
              <a:ext uri="{FF2B5EF4-FFF2-40B4-BE49-F238E27FC236}">
                <a16:creationId xmlns:a16="http://schemas.microsoft.com/office/drawing/2014/main" id="{ECCC690E-E286-4949-A860-63507EEAC5D7}"/>
              </a:ext>
            </a:extLst>
          </p:cNvPr>
          <p:cNvSpPr>
            <a:spLocks noGrp="1"/>
          </p:cNvSpPr>
          <p:nvPr/>
        </p:nvSpPr>
        <p:spPr>
          <a:xfrm>
            <a:off x="8619363" y="4876800"/>
            <a:ext cx="371475" cy="371475"/>
          </a:xfrm>
          <a:prstGeom prst="ellipse">
            <a:avLst/>
          </a:prstGeom>
          <a:solidFill>
            <a:srgbClr val="FFFFFF"/>
          </a:solidFill>
          <a:ln w="28575">
            <a:solidFill>
              <a:srgbClr val="6FAE80"/>
            </a:solidFill>
            <a:prstDash val="solid"/>
          </a:ln>
        </p:spPr>
      </p:sp>
      <p:sp>
        <p:nvSpPr>
          <p:cNvPr id="69" name="timeline-row-5">
            <a:extLst>
              <a:ext uri="{FF2B5EF4-FFF2-40B4-BE49-F238E27FC236}">
                <a16:creationId xmlns:a16="http://schemas.microsoft.com/office/drawing/2014/main" id="{AE082E4D-42C1-43D1-9BE3-FBF0273F83CB}"/>
              </a:ext>
            </a:extLst>
          </p:cNvPr>
          <p:cNvSpPr>
            <a:spLocks noGrp="1"/>
          </p:cNvSpPr>
          <p:nvPr/>
        </p:nvSpPr>
        <p:spPr>
          <a:xfrm>
            <a:off x="685800" y="5353050"/>
            <a:ext cx="10820400" cy="581025"/>
          </a:xfrm>
          <a:prstGeom prst="rect">
            <a:avLst/>
          </a:prstGeom>
          <a:solidFill>
            <a:srgbClr val="EDF2F1"/>
          </a:solidFill>
          <a:ln w="9525">
            <a:solidFill>
              <a:srgbClr val="DCE4E4"/>
            </a:solidFill>
            <a:prstDash val="solid"/>
          </a:ln>
        </p:spPr>
      </p:sp>
      <p:sp>
        <p:nvSpPr>
          <p:cNvPr id="70" name="timeline-dot-5">
            <a:extLst>
              <a:ext uri="{FF2B5EF4-FFF2-40B4-BE49-F238E27FC236}">
                <a16:creationId xmlns:a16="http://schemas.microsoft.com/office/drawing/2014/main" id="{25F82B8D-55BA-4ED4-9FA4-75FF169E2C64}"/>
              </a:ext>
            </a:extLst>
          </p:cNvPr>
          <p:cNvSpPr>
            <a:spLocks noGrp="1"/>
          </p:cNvSpPr>
          <p:nvPr/>
        </p:nvSpPr>
        <p:spPr>
          <a:xfrm>
            <a:off x="857250" y="5495925"/>
            <a:ext cx="295275" cy="295275"/>
          </a:xfrm>
          <a:prstGeom prst="ellipse">
            <a:avLst/>
          </a:prstGeom>
          <a:solidFill>
            <a:srgbClr val="375C6D"/>
          </a:solidFill>
          <a:ln w="0">
            <a:noFill/>
            <a:prstDash val="solid"/>
          </a:ln>
        </p:spPr>
      </p:sp>
      <p:sp>
        <p:nvSpPr>
          <p:cNvPr id="71" name="timeline-num-5">
            <a:extLst>
              <a:ext uri="{FF2B5EF4-FFF2-40B4-BE49-F238E27FC236}">
                <a16:creationId xmlns:a16="http://schemas.microsoft.com/office/drawing/2014/main" id="{170CC182-4D36-49EC-A9A7-6DA0B307BAF5}"/>
              </a:ext>
            </a:extLst>
          </p:cNvPr>
          <p:cNvSpPr>
            <a:spLocks noGrp="1"/>
          </p:cNvSpPr>
          <p:nvPr/>
        </p:nvSpPr>
        <p:spPr>
          <a:xfrm>
            <a:off x="857250" y="5524500"/>
            <a:ext cx="2952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72" name="timeline-label-5">
            <a:extLst>
              <a:ext uri="{FF2B5EF4-FFF2-40B4-BE49-F238E27FC236}">
                <a16:creationId xmlns:a16="http://schemas.microsoft.com/office/drawing/2014/main" id="{A3D04BC2-B783-4201-9D88-116BAA9870B1}"/>
              </a:ext>
            </a:extLst>
          </p:cNvPr>
          <p:cNvSpPr>
            <a:spLocks noGrp="1"/>
          </p:cNvSpPr>
          <p:nvPr/>
        </p:nvSpPr>
        <p:spPr>
          <a:xfrm>
            <a:off x="1276350" y="5467350"/>
            <a:ext cx="17335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725" b="1">
                <a:solidFill>
                  <a:srgbClr val="2031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0313A"/>
                </a:solidFill>
                <a:latin typeface="Arial"/>
                <a:ea typeface="Arial"/>
                <a:cs typeface="Arial"/>
              </a:rPr>
              <a:t>Результат</a:t>
            </a:r>
          </a:p>
        </p:txBody>
      </p:sp>
      <p:sp>
        <p:nvSpPr>
          <p:cNvPr id="73" name="timeline-grid-5-0">
            <a:extLst>
              <a:ext uri="{FF2B5EF4-FFF2-40B4-BE49-F238E27FC236}">
                <a16:creationId xmlns:a16="http://schemas.microsoft.com/office/drawing/2014/main" id="{E6371235-EA02-41AD-8CE3-F56B61E8BA76}"/>
              </a:ext>
            </a:extLst>
          </p:cNvPr>
          <p:cNvSpPr>
            <a:spLocks noGrp="1"/>
          </p:cNvSpPr>
          <p:nvPr/>
        </p:nvSpPr>
        <p:spPr>
          <a:xfrm>
            <a:off x="3162300" y="5353050"/>
            <a:ext cx="9525" cy="581025"/>
          </a:xfrm>
          <a:prstGeom prst="line">
            <a:avLst/>
          </a:prstGeom>
          <a:noFill/>
          <a:ln w="9525">
            <a:solidFill>
              <a:srgbClr val="DCE4E4"/>
            </a:solidFill>
            <a:prstDash val="solid"/>
          </a:ln>
        </p:spPr>
      </p:sp>
      <p:sp>
        <p:nvSpPr>
          <p:cNvPr id="74" name="timeline-grid-5-1">
            <a:extLst>
              <a:ext uri="{FF2B5EF4-FFF2-40B4-BE49-F238E27FC236}">
                <a16:creationId xmlns:a16="http://schemas.microsoft.com/office/drawing/2014/main" id="{EDABF42A-996A-4B72-A3FA-08943F720773}"/>
              </a:ext>
            </a:extLst>
          </p:cNvPr>
          <p:cNvSpPr>
            <a:spLocks noGrp="1"/>
          </p:cNvSpPr>
          <p:nvPr/>
        </p:nvSpPr>
        <p:spPr>
          <a:xfrm>
            <a:off x="5248275" y="5353050"/>
            <a:ext cx="9525" cy="581025"/>
          </a:xfrm>
          <a:prstGeom prst="line">
            <a:avLst/>
          </a:prstGeom>
          <a:noFill/>
          <a:ln w="9525">
            <a:solidFill>
              <a:srgbClr val="DCE4E4"/>
            </a:solidFill>
            <a:prstDash val="solid"/>
          </a:ln>
        </p:spPr>
      </p:sp>
      <p:sp>
        <p:nvSpPr>
          <p:cNvPr id="75" name="timeline-grid-5-2">
            <a:extLst>
              <a:ext uri="{FF2B5EF4-FFF2-40B4-BE49-F238E27FC236}">
                <a16:creationId xmlns:a16="http://schemas.microsoft.com/office/drawing/2014/main" id="{32CF8C93-A27E-4F7C-B259-E5DD423FE057}"/>
              </a:ext>
            </a:extLst>
          </p:cNvPr>
          <p:cNvSpPr>
            <a:spLocks noGrp="1"/>
          </p:cNvSpPr>
          <p:nvPr/>
        </p:nvSpPr>
        <p:spPr>
          <a:xfrm>
            <a:off x="7334250" y="5353050"/>
            <a:ext cx="9525" cy="581025"/>
          </a:xfrm>
          <a:prstGeom prst="line">
            <a:avLst/>
          </a:prstGeom>
          <a:noFill/>
          <a:ln w="9525">
            <a:solidFill>
              <a:srgbClr val="DCE4E4"/>
            </a:solidFill>
            <a:prstDash val="solid"/>
          </a:ln>
        </p:spPr>
      </p:sp>
      <p:sp>
        <p:nvSpPr>
          <p:cNvPr id="76" name="timeline-grid-5-3">
            <a:extLst>
              <a:ext uri="{FF2B5EF4-FFF2-40B4-BE49-F238E27FC236}">
                <a16:creationId xmlns:a16="http://schemas.microsoft.com/office/drawing/2014/main" id="{7B407EB2-5643-4DBC-8186-C6C85D16F4B3}"/>
              </a:ext>
            </a:extLst>
          </p:cNvPr>
          <p:cNvSpPr>
            <a:spLocks noGrp="1"/>
          </p:cNvSpPr>
          <p:nvPr/>
        </p:nvSpPr>
        <p:spPr>
          <a:xfrm>
            <a:off x="9420225" y="5353050"/>
            <a:ext cx="9525" cy="581025"/>
          </a:xfrm>
          <a:prstGeom prst="line">
            <a:avLst/>
          </a:prstGeom>
          <a:noFill/>
          <a:ln w="9525">
            <a:solidFill>
              <a:srgbClr val="DCE4E4"/>
            </a:solidFill>
            <a:prstDash val="solid"/>
          </a:ln>
        </p:spPr>
      </p:sp>
      <p:sp>
        <p:nvSpPr>
          <p:cNvPr id="77" name="timeline-bar-5">
            <a:extLst>
              <a:ext uri="{FF2B5EF4-FFF2-40B4-BE49-F238E27FC236}">
                <a16:creationId xmlns:a16="http://schemas.microsoft.com/office/drawing/2014/main" id="{DB1F1FAA-2D58-4440-9453-597B14C0EA25}"/>
              </a:ext>
            </a:extLst>
          </p:cNvPr>
          <p:cNvSpPr>
            <a:spLocks noGrp="1"/>
          </p:cNvSpPr>
          <p:nvPr/>
        </p:nvSpPr>
        <p:spPr>
          <a:xfrm>
            <a:off x="8919591" y="5524500"/>
            <a:ext cx="2190274" cy="238125"/>
          </a:xfrm>
          <a:prstGeom prst="roundRect">
            <a:avLst>
              <a:gd name="adj" fmla="val 48000"/>
            </a:avLst>
          </a:prstGeom>
          <a:solidFill>
            <a:srgbClr val="375C6D"/>
          </a:solidFill>
          <a:ln w="0">
            <a:noFill/>
            <a:prstDash val="solid"/>
          </a:ln>
        </p:spPr>
      </p:sp>
      <p:sp>
        <p:nvSpPr>
          <p:cNvPr id="78" name="timeline-milestone-5">
            <a:extLst>
              <a:ext uri="{FF2B5EF4-FFF2-40B4-BE49-F238E27FC236}">
                <a16:creationId xmlns:a16="http://schemas.microsoft.com/office/drawing/2014/main" id="{2C52EEE4-5641-43C8-B761-56BB11F0CB52}"/>
              </a:ext>
            </a:extLst>
          </p:cNvPr>
          <p:cNvSpPr>
            <a:spLocks noGrp="1"/>
          </p:cNvSpPr>
          <p:nvPr/>
        </p:nvSpPr>
        <p:spPr>
          <a:xfrm>
            <a:off x="10976515" y="5457825"/>
            <a:ext cx="371475" cy="371475"/>
          </a:xfrm>
          <a:prstGeom prst="ellipse">
            <a:avLst/>
          </a:prstGeom>
          <a:solidFill>
            <a:srgbClr val="FFFFFF"/>
          </a:solidFill>
          <a:ln w="28575">
            <a:solidFill>
              <a:srgbClr val="375C6D"/>
            </a:solidFill>
            <a:prstDash val="solid"/>
          </a:ln>
        </p:spPr>
      </p:sp>
      <p:sp>
        <p:nvSpPr>
          <p:cNvPr id="79" name="page-6">
            <a:extLst>
              <a:ext uri="{FF2B5EF4-FFF2-40B4-BE49-F238E27FC236}">
                <a16:creationId xmlns:a16="http://schemas.microsoft.com/office/drawing/2014/main" id="{B68BE7C1-4994-4C99-8FD4-876547C82CCC}"/>
              </a:ext>
            </a:extLst>
          </p:cNvPr>
          <p:cNvSpPr>
            <a:spLocks noGrp="1"/>
          </p:cNvSpPr>
          <p:nvPr/>
        </p:nvSpPr>
        <p:spPr>
          <a:xfrm>
            <a:off x="10915650" y="6400800"/>
            <a:ext cx="590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defRPr sz="1350" b="1">
                <a:solidFill>
                  <a:srgbClr val="91A3A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91A3A5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0309476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slide-title">
            <a:extLst>
              <a:ext uri="{FF2B5EF4-FFF2-40B4-BE49-F238E27FC236}">
                <a16:creationId xmlns:a16="http://schemas.microsoft.com/office/drawing/2014/main" id="{877A132C-BB76-4E2F-AED5-9C4F864E810E}"/>
              </a:ext>
            </a:extLst>
          </p:cNvPr>
          <p:cNvSpPr>
            <a:spLocks noGrp="1"/>
          </p:cNvSpPr>
          <p:nvPr/>
        </p:nvSpPr>
        <p:spPr>
          <a:xfrm>
            <a:off x="685800" y="438150"/>
            <a:ext cx="108204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600" b="1">
                <a:solidFill>
                  <a:srgbClr val="20313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313A"/>
                </a:solidFill>
                <a:latin typeface="Arial"/>
                <a:ea typeface="Arial"/>
                <a:cs typeface="Arial"/>
              </a:rPr>
              <a:t>Ресурсы задают реалистичный масштаб</a:t>
            </a:r>
          </a:p>
        </p:txBody>
      </p:sp>
      <p:sp>
        <p:nvSpPr>
          <p:cNvPr id="2" name="slide-subtitle">
            <a:extLst>
              <a:ext uri="{FF2B5EF4-FFF2-40B4-BE49-F238E27FC236}">
                <a16:creationId xmlns:a16="http://schemas.microsoft.com/office/drawing/2014/main" id="{647FB96A-A6CA-4F56-A7AE-0D8DEE24D9A2}"/>
              </a:ext>
            </a:extLst>
          </p:cNvPr>
          <p:cNvSpPr>
            <a:spLocks noGrp="1"/>
          </p:cNvSpPr>
          <p:nvPr/>
        </p:nvSpPr>
        <p:spPr>
          <a:xfrm>
            <a:off x="704850" y="1038225"/>
            <a:ext cx="10001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650" b="0">
                <a:solidFill>
                  <a:srgbClr val="64737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4737B"/>
                </a:solidFill>
                <a:latin typeface="Arial"/>
                <a:ea typeface="Arial"/>
                <a:cs typeface="Arial"/>
              </a:rPr>
              <a:t>Проверьте, что нужно проекту до начала реализации</a:t>
            </a:r>
          </a:p>
        </p:txBody>
      </p:sp>
      <p:sp>
        <p:nvSpPr>
          <p:cNvPr id="3" name="progress-1">
            <a:extLst>
              <a:ext uri="{FF2B5EF4-FFF2-40B4-BE49-F238E27FC236}">
                <a16:creationId xmlns:a16="http://schemas.microsoft.com/office/drawing/2014/main" id="{AB53B5B9-9F8A-40FC-8B19-B2FBF57D787B}"/>
              </a:ext>
            </a:extLst>
          </p:cNvPr>
          <p:cNvSpPr>
            <a:spLocks noGrp="1"/>
          </p:cNvSpPr>
          <p:nvPr/>
        </p:nvSpPr>
        <p:spPr>
          <a:xfrm>
            <a:off x="685800" y="1438275"/>
            <a:ext cx="1739900" cy="57150"/>
          </a:xfrm>
          <a:prstGeom prst="roundRect">
            <a:avLst>
              <a:gd name="adj" fmla="val 50000"/>
            </a:avLst>
          </a:prstGeom>
          <a:solidFill>
            <a:srgbClr val="E9785B"/>
          </a:solidFill>
          <a:ln w="0">
            <a:noFill/>
            <a:prstDash val="solid"/>
          </a:ln>
        </p:spPr>
      </p:sp>
      <p:sp>
        <p:nvSpPr>
          <p:cNvPr id="4" name="progress-2">
            <a:extLst>
              <a:ext uri="{FF2B5EF4-FFF2-40B4-BE49-F238E27FC236}">
                <a16:creationId xmlns:a16="http://schemas.microsoft.com/office/drawing/2014/main" id="{2261D389-2B93-4C0B-9E53-4E695941A932}"/>
              </a:ext>
            </a:extLst>
          </p:cNvPr>
          <p:cNvSpPr>
            <a:spLocks noGrp="1"/>
          </p:cNvSpPr>
          <p:nvPr/>
        </p:nvSpPr>
        <p:spPr>
          <a:xfrm>
            <a:off x="2501900" y="1438275"/>
            <a:ext cx="1739900" cy="57150"/>
          </a:xfrm>
          <a:prstGeom prst="roundRect">
            <a:avLst>
              <a:gd name="adj" fmla="val 50000"/>
            </a:avLst>
          </a:prstGeom>
          <a:solidFill>
            <a:srgbClr val="E8B04A"/>
          </a:solidFill>
          <a:ln w="0">
            <a:noFill/>
            <a:prstDash val="solid"/>
          </a:ln>
        </p:spPr>
      </p:sp>
      <p:sp>
        <p:nvSpPr>
          <p:cNvPr id="5" name="progress-3">
            <a:extLst>
              <a:ext uri="{FF2B5EF4-FFF2-40B4-BE49-F238E27FC236}">
                <a16:creationId xmlns:a16="http://schemas.microsoft.com/office/drawing/2014/main" id="{CCEA3992-0B49-42A6-8886-BC95D6F2AB9E}"/>
              </a:ext>
            </a:extLst>
          </p:cNvPr>
          <p:cNvSpPr>
            <a:spLocks noGrp="1"/>
          </p:cNvSpPr>
          <p:nvPr/>
        </p:nvSpPr>
        <p:spPr>
          <a:xfrm>
            <a:off x="4318000" y="1438275"/>
            <a:ext cx="1739900" cy="57150"/>
          </a:xfrm>
          <a:prstGeom prst="roundRect">
            <a:avLst>
              <a:gd name="adj" fmla="val 50000"/>
            </a:avLst>
          </a:prstGeom>
          <a:solidFill>
            <a:srgbClr val="75A9C2"/>
          </a:solidFill>
          <a:ln w="0">
            <a:noFill/>
            <a:prstDash val="solid"/>
          </a:ln>
        </p:spPr>
      </p:sp>
      <p:sp>
        <p:nvSpPr>
          <p:cNvPr id="6" name="progress-4">
            <a:extLst>
              <a:ext uri="{FF2B5EF4-FFF2-40B4-BE49-F238E27FC236}">
                <a16:creationId xmlns:a16="http://schemas.microsoft.com/office/drawing/2014/main" id="{8228A087-69CD-475F-AB68-B5F258882770}"/>
              </a:ext>
            </a:extLst>
          </p:cNvPr>
          <p:cNvSpPr>
            <a:spLocks noGrp="1"/>
          </p:cNvSpPr>
          <p:nvPr/>
        </p:nvSpPr>
        <p:spPr>
          <a:xfrm>
            <a:off x="6134100" y="1438275"/>
            <a:ext cx="1739900" cy="57150"/>
          </a:xfrm>
          <a:prstGeom prst="roundRect">
            <a:avLst>
              <a:gd name="adj" fmla="val 50000"/>
            </a:avLst>
          </a:prstGeom>
          <a:solidFill>
            <a:srgbClr val="3B8C88"/>
          </a:solidFill>
          <a:ln w="0">
            <a:noFill/>
            <a:prstDash val="solid"/>
          </a:ln>
        </p:spPr>
      </p:sp>
      <p:sp>
        <p:nvSpPr>
          <p:cNvPr id="7" name="progress-5">
            <a:extLst>
              <a:ext uri="{FF2B5EF4-FFF2-40B4-BE49-F238E27FC236}">
                <a16:creationId xmlns:a16="http://schemas.microsoft.com/office/drawing/2014/main" id="{151E0B22-4406-4526-B12A-91D88EB6B426}"/>
              </a:ext>
            </a:extLst>
          </p:cNvPr>
          <p:cNvSpPr>
            <a:spLocks noGrp="1"/>
          </p:cNvSpPr>
          <p:nvPr/>
        </p:nvSpPr>
        <p:spPr>
          <a:xfrm>
            <a:off x="7950200" y="1438275"/>
            <a:ext cx="1739900" cy="57150"/>
          </a:xfrm>
          <a:prstGeom prst="roundRect">
            <a:avLst>
              <a:gd name="adj" fmla="val 50000"/>
            </a:avLst>
          </a:prstGeom>
          <a:solidFill>
            <a:srgbClr val="DCE4E4"/>
          </a:solidFill>
          <a:ln w="0">
            <a:noFill/>
            <a:prstDash val="solid"/>
          </a:ln>
        </p:spPr>
      </p:sp>
      <p:sp>
        <p:nvSpPr>
          <p:cNvPr id="8" name="progress-6">
            <a:extLst>
              <a:ext uri="{FF2B5EF4-FFF2-40B4-BE49-F238E27FC236}">
                <a16:creationId xmlns:a16="http://schemas.microsoft.com/office/drawing/2014/main" id="{149D7AB7-6FA3-4511-BB6E-74C365EF7BA6}"/>
              </a:ext>
            </a:extLst>
          </p:cNvPr>
          <p:cNvSpPr>
            <a:spLocks noGrp="1"/>
          </p:cNvSpPr>
          <p:nvPr/>
        </p:nvSpPr>
        <p:spPr>
          <a:xfrm>
            <a:off x="9766300" y="1438275"/>
            <a:ext cx="1739900" cy="57150"/>
          </a:xfrm>
          <a:prstGeom prst="roundRect">
            <a:avLst>
              <a:gd name="adj" fmla="val 50000"/>
            </a:avLst>
          </a:prstGeom>
          <a:solidFill>
            <a:srgbClr val="DCE4E4"/>
          </a:solidFill>
          <a:ln w="0">
            <a:noFill/>
            <a:prstDash val="solid"/>
          </a:ln>
        </p:spPr>
      </p:sp>
      <p:sp>
        <p:nvSpPr>
          <p:cNvPr id="9" name="resource-circle-0">
            <a:extLst>
              <a:ext uri="{FF2B5EF4-FFF2-40B4-BE49-F238E27FC236}">
                <a16:creationId xmlns:a16="http://schemas.microsoft.com/office/drawing/2014/main" id="{3CD071F5-8BD4-4DF9-89A5-160418C0F3DE}"/>
              </a:ext>
            </a:extLst>
          </p:cNvPr>
          <p:cNvSpPr>
            <a:spLocks noGrp="1"/>
          </p:cNvSpPr>
          <p:nvPr/>
        </p:nvSpPr>
        <p:spPr>
          <a:xfrm>
            <a:off x="1581150" y="2152650"/>
            <a:ext cx="819150" cy="819150"/>
          </a:xfrm>
          <a:prstGeom prst="ellipse">
            <a:avLst/>
          </a:prstGeom>
          <a:solidFill>
            <a:srgbClr val="E9785B"/>
          </a:solidFill>
          <a:ln w="0">
            <a:noFill/>
            <a:prstDash val="solid"/>
          </a:ln>
        </p:spPr>
      </p:sp>
      <p:sp>
        <p:nvSpPr>
          <p:cNvPr id="10" name="resource-num-0">
            <a:extLst>
              <a:ext uri="{FF2B5EF4-FFF2-40B4-BE49-F238E27FC236}">
                <a16:creationId xmlns:a16="http://schemas.microsoft.com/office/drawing/2014/main" id="{9A526AB8-28A2-4F95-9E2E-D0478218275E}"/>
              </a:ext>
            </a:extLst>
          </p:cNvPr>
          <p:cNvSpPr>
            <a:spLocks noGrp="1"/>
          </p:cNvSpPr>
          <p:nvPr/>
        </p:nvSpPr>
        <p:spPr>
          <a:xfrm>
            <a:off x="1581150" y="2152650"/>
            <a:ext cx="81915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resource-title-0">
            <a:extLst>
              <a:ext uri="{FF2B5EF4-FFF2-40B4-BE49-F238E27FC236}">
                <a16:creationId xmlns:a16="http://schemas.microsoft.com/office/drawing/2014/main" id="{2148220B-E8E9-427F-9CBA-30B5512C29A8}"/>
              </a:ext>
            </a:extLst>
          </p:cNvPr>
          <p:cNvSpPr>
            <a:spLocks noGrp="1"/>
          </p:cNvSpPr>
          <p:nvPr/>
        </p:nvSpPr>
        <p:spPr>
          <a:xfrm>
            <a:off x="781050" y="3238500"/>
            <a:ext cx="24193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325" b="1">
                <a:solidFill>
                  <a:srgbClr val="2031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0313A"/>
                </a:solidFill>
                <a:latin typeface="Arial"/>
                <a:ea typeface="Arial"/>
                <a:cs typeface="Arial"/>
              </a:rPr>
              <a:t>Люди</a:t>
            </a:r>
          </a:p>
        </p:txBody>
      </p:sp>
      <p:sp>
        <p:nvSpPr>
          <p:cNvPr id="12" name="resource-prompt-0">
            <a:extLst>
              <a:ext uri="{FF2B5EF4-FFF2-40B4-BE49-F238E27FC236}">
                <a16:creationId xmlns:a16="http://schemas.microsoft.com/office/drawing/2014/main" id="{CFE53121-0DD2-4930-BF44-6DEEFE6D0B54}"/>
              </a:ext>
            </a:extLst>
          </p:cNvPr>
          <p:cNvSpPr>
            <a:spLocks noGrp="1"/>
          </p:cNvSpPr>
          <p:nvPr/>
        </p:nvSpPr>
        <p:spPr>
          <a:xfrm>
            <a:off x="781050" y="3790950"/>
            <a:ext cx="2419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575" b="0">
                <a:solidFill>
                  <a:srgbClr val="64737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37B"/>
                </a:solidFill>
                <a:latin typeface="Arial"/>
                <a:ea typeface="Arial"/>
                <a:cs typeface="Arial"/>
              </a:rPr>
              <a:t>Кто нужен?</a:t>
            </a:r>
          </a:p>
        </p:txBody>
      </p:sp>
      <p:sp>
        <p:nvSpPr>
          <p:cNvPr id="13" name="resource-line-0-1">
            <a:extLst>
              <a:ext uri="{FF2B5EF4-FFF2-40B4-BE49-F238E27FC236}">
                <a16:creationId xmlns:a16="http://schemas.microsoft.com/office/drawing/2014/main" id="{1F8229ED-4A0B-4486-A3CE-A1F99D364FCF}"/>
              </a:ext>
            </a:extLst>
          </p:cNvPr>
          <p:cNvSpPr>
            <a:spLocks noGrp="1"/>
          </p:cNvSpPr>
          <p:nvPr/>
        </p:nvSpPr>
        <p:spPr>
          <a:xfrm>
            <a:off x="971550" y="4362450"/>
            <a:ext cx="2038350" cy="9525"/>
          </a:xfrm>
          <a:prstGeom prst="line">
            <a:avLst/>
          </a:prstGeom>
          <a:noFill/>
          <a:ln w="19050">
            <a:solidFill>
              <a:srgbClr val="DCE4E4"/>
            </a:solidFill>
            <a:prstDash val="solid"/>
          </a:ln>
        </p:spPr>
      </p:sp>
      <p:sp>
        <p:nvSpPr>
          <p:cNvPr id="14" name="resource-line-0-2">
            <a:extLst>
              <a:ext uri="{FF2B5EF4-FFF2-40B4-BE49-F238E27FC236}">
                <a16:creationId xmlns:a16="http://schemas.microsoft.com/office/drawing/2014/main" id="{090A9163-8B09-4645-B30F-6D58E728201B}"/>
              </a:ext>
            </a:extLst>
          </p:cNvPr>
          <p:cNvSpPr>
            <a:spLocks noGrp="1"/>
          </p:cNvSpPr>
          <p:nvPr/>
        </p:nvSpPr>
        <p:spPr>
          <a:xfrm>
            <a:off x="971550" y="4819650"/>
            <a:ext cx="2038350" cy="9525"/>
          </a:xfrm>
          <a:prstGeom prst="line">
            <a:avLst/>
          </a:prstGeom>
          <a:noFill/>
          <a:ln w="19050">
            <a:solidFill>
              <a:srgbClr val="DCE4E4"/>
            </a:solidFill>
            <a:prstDash val="solid"/>
          </a:ln>
        </p:spPr>
      </p:sp>
      <p:sp>
        <p:nvSpPr>
          <p:cNvPr id="15" name="resource-line-0-3">
            <a:extLst>
              <a:ext uri="{FF2B5EF4-FFF2-40B4-BE49-F238E27FC236}">
                <a16:creationId xmlns:a16="http://schemas.microsoft.com/office/drawing/2014/main" id="{44C86E22-256E-4ABC-8A9E-042255CC47F5}"/>
              </a:ext>
            </a:extLst>
          </p:cNvPr>
          <p:cNvSpPr>
            <a:spLocks noGrp="1"/>
          </p:cNvSpPr>
          <p:nvPr/>
        </p:nvSpPr>
        <p:spPr>
          <a:xfrm>
            <a:off x="971550" y="5276850"/>
            <a:ext cx="2038350" cy="9525"/>
          </a:xfrm>
          <a:prstGeom prst="line">
            <a:avLst/>
          </a:prstGeom>
          <a:noFill/>
          <a:ln w="19050">
            <a:solidFill>
              <a:srgbClr val="DCE4E4"/>
            </a:solidFill>
            <a:prstDash val="solid"/>
          </a:ln>
        </p:spPr>
      </p:sp>
      <p:sp>
        <p:nvSpPr>
          <p:cNvPr id="16" name="resource-circle-1">
            <a:extLst>
              <a:ext uri="{FF2B5EF4-FFF2-40B4-BE49-F238E27FC236}">
                <a16:creationId xmlns:a16="http://schemas.microsoft.com/office/drawing/2014/main" id="{247AE996-3CAE-4D85-B20D-3C9030BB663A}"/>
              </a:ext>
            </a:extLst>
          </p:cNvPr>
          <p:cNvSpPr>
            <a:spLocks noGrp="1"/>
          </p:cNvSpPr>
          <p:nvPr/>
        </p:nvSpPr>
        <p:spPr>
          <a:xfrm>
            <a:off x="4362450" y="2152650"/>
            <a:ext cx="819150" cy="819150"/>
          </a:xfrm>
          <a:prstGeom prst="ellipse">
            <a:avLst/>
          </a:prstGeom>
          <a:solidFill>
            <a:srgbClr val="E8B04A"/>
          </a:solidFill>
          <a:ln w="0">
            <a:noFill/>
            <a:prstDash val="solid"/>
          </a:ln>
        </p:spPr>
      </p:sp>
      <p:sp>
        <p:nvSpPr>
          <p:cNvPr id="17" name="resource-num-1">
            <a:extLst>
              <a:ext uri="{FF2B5EF4-FFF2-40B4-BE49-F238E27FC236}">
                <a16:creationId xmlns:a16="http://schemas.microsoft.com/office/drawing/2014/main" id="{F43553B8-DA72-4150-A13A-4EBAFB0DA14F}"/>
              </a:ext>
            </a:extLst>
          </p:cNvPr>
          <p:cNvSpPr>
            <a:spLocks noGrp="1"/>
          </p:cNvSpPr>
          <p:nvPr/>
        </p:nvSpPr>
        <p:spPr>
          <a:xfrm>
            <a:off x="4362450" y="2152650"/>
            <a:ext cx="81915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8" name="resource-title-1">
            <a:extLst>
              <a:ext uri="{FF2B5EF4-FFF2-40B4-BE49-F238E27FC236}">
                <a16:creationId xmlns:a16="http://schemas.microsoft.com/office/drawing/2014/main" id="{8A9C7D21-5454-43D5-921C-07050B8503FE}"/>
              </a:ext>
            </a:extLst>
          </p:cNvPr>
          <p:cNvSpPr>
            <a:spLocks noGrp="1"/>
          </p:cNvSpPr>
          <p:nvPr/>
        </p:nvSpPr>
        <p:spPr>
          <a:xfrm>
            <a:off x="3562350" y="3238500"/>
            <a:ext cx="24193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325" b="1">
                <a:solidFill>
                  <a:srgbClr val="2031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0313A"/>
                </a:solidFill>
                <a:latin typeface="Arial"/>
                <a:ea typeface="Arial"/>
                <a:cs typeface="Arial"/>
              </a:rPr>
              <a:t>Время</a:t>
            </a:r>
          </a:p>
        </p:txBody>
      </p:sp>
      <p:sp>
        <p:nvSpPr>
          <p:cNvPr id="19" name="resource-prompt-1">
            <a:extLst>
              <a:ext uri="{FF2B5EF4-FFF2-40B4-BE49-F238E27FC236}">
                <a16:creationId xmlns:a16="http://schemas.microsoft.com/office/drawing/2014/main" id="{2904CCB4-4941-48BC-A8E9-34F9C327775E}"/>
              </a:ext>
            </a:extLst>
          </p:cNvPr>
          <p:cNvSpPr>
            <a:spLocks noGrp="1"/>
          </p:cNvSpPr>
          <p:nvPr/>
        </p:nvSpPr>
        <p:spPr>
          <a:xfrm>
            <a:off x="3562350" y="3790950"/>
            <a:ext cx="2419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575" b="0">
                <a:solidFill>
                  <a:srgbClr val="64737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37B"/>
                </a:solidFill>
                <a:latin typeface="Arial"/>
                <a:ea typeface="Arial"/>
                <a:cs typeface="Arial"/>
              </a:rPr>
              <a:t>Сколько займёт?</a:t>
            </a:r>
          </a:p>
        </p:txBody>
      </p:sp>
      <p:sp>
        <p:nvSpPr>
          <p:cNvPr id="20" name="resource-line-1-1">
            <a:extLst>
              <a:ext uri="{FF2B5EF4-FFF2-40B4-BE49-F238E27FC236}">
                <a16:creationId xmlns:a16="http://schemas.microsoft.com/office/drawing/2014/main" id="{0B1E628E-E192-4882-AF41-B281BE96BE22}"/>
              </a:ext>
            </a:extLst>
          </p:cNvPr>
          <p:cNvSpPr>
            <a:spLocks noGrp="1"/>
          </p:cNvSpPr>
          <p:nvPr/>
        </p:nvSpPr>
        <p:spPr>
          <a:xfrm>
            <a:off x="3752850" y="4362450"/>
            <a:ext cx="2038350" cy="9525"/>
          </a:xfrm>
          <a:prstGeom prst="line">
            <a:avLst/>
          </a:prstGeom>
          <a:noFill/>
          <a:ln w="19050">
            <a:solidFill>
              <a:srgbClr val="DCE4E4"/>
            </a:solidFill>
            <a:prstDash val="solid"/>
          </a:ln>
        </p:spPr>
      </p:sp>
      <p:sp>
        <p:nvSpPr>
          <p:cNvPr id="21" name="resource-line-1-2">
            <a:extLst>
              <a:ext uri="{FF2B5EF4-FFF2-40B4-BE49-F238E27FC236}">
                <a16:creationId xmlns:a16="http://schemas.microsoft.com/office/drawing/2014/main" id="{C40CBDDC-21F2-4932-B133-23EC352D4B87}"/>
              </a:ext>
            </a:extLst>
          </p:cNvPr>
          <p:cNvSpPr>
            <a:spLocks noGrp="1"/>
          </p:cNvSpPr>
          <p:nvPr/>
        </p:nvSpPr>
        <p:spPr>
          <a:xfrm>
            <a:off x="3752850" y="4819650"/>
            <a:ext cx="2038350" cy="9525"/>
          </a:xfrm>
          <a:prstGeom prst="line">
            <a:avLst/>
          </a:prstGeom>
          <a:noFill/>
          <a:ln w="19050">
            <a:solidFill>
              <a:srgbClr val="DCE4E4"/>
            </a:solidFill>
            <a:prstDash val="solid"/>
          </a:ln>
        </p:spPr>
      </p:sp>
      <p:sp>
        <p:nvSpPr>
          <p:cNvPr id="22" name="resource-line-1-3">
            <a:extLst>
              <a:ext uri="{FF2B5EF4-FFF2-40B4-BE49-F238E27FC236}">
                <a16:creationId xmlns:a16="http://schemas.microsoft.com/office/drawing/2014/main" id="{0E9744E9-F1C0-4667-A5BA-29A6A232F642}"/>
              </a:ext>
            </a:extLst>
          </p:cNvPr>
          <p:cNvSpPr>
            <a:spLocks noGrp="1"/>
          </p:cNvSpPr>
          <p:nvPr/>
        </p:nvSpPr>
        <p:spPr>
          <a:xfrm>
            <a:off x="3752850" y="5276850"/>
            <a:ext cx="2038350" cy="9525"/>
          </a:xfrm>
          <a:prstGeom prst="line">
            <a:avLst/>
          </a:prstGeom>
          <a:noFill/>
          <a:ln w="19050">
            <a:solidFill>
              <a:srgbClr val="DCE4E4"/>
            </a:solidFill>
            <a:prstDash val="solid"/>
          </a:ln>
        </p:spPr>
      </p:sp>
      <p:sp>
        <p:nvSpPr>
          <p:cNvPr id="23" name="resource-circle-2">
            <a:extLst>
              <a:ext uri="{FF2B5EF4-FFF2-40B4-BE49-F238E27FC236}">
                <a16:creationId xmlns:a16="http://schemas.microsoft.com/office/drawing/2014/main" id="{3A194722-8D99-483D-A134-1BE3D861382A}"/>
              </a:ext>
            </a:extLst>
          </p:cNvPr>
          <p:cNvSpPr>
            <a:spLocks noGrp="1"/>
          </p:cNvSpPr>
          <p:nvPr/>
        </p:nvSpPr>
        <p:spPr>
          <a:xfrm>
            <a:off x="7143750" y="2152650"/>
            <a:ext cx="819150" cy="819150"/>
          </a:xfrm>
          <a:prstGeom prst="ellipse">
            <a:avLst/>
          </a:prstGeom>
          <a:solidFill>
            <a:srgbClr val="75A9C2"/>
          </a:solidFill>
          <a:ln w="0">
            <a:noFill/>
            <a:prstDash val="solid"/>
          </a:ln>
        </p:spPr>
      </p:sp>
      <p:sp>
        <p:nvSpPr>
          <p:cNvPr id="24" name="resource-num-2">
            <a:extLst>
              <a:ext uri="{FF2B5EF4-FFF2-40B4-BE49-F238E27FC236}">
                <a16:creationId xmlns:a16="http://schemas.microsoft.com/office/drawing/2014/main" id="{C4550003-80F7-448E-A87B-1C595C89D90D}"/>
              </a:ext>
            </a:extLst>
          </p:cNvPr>
          <p:cNvSpPr>
            <a:spLocks noGrp="1"/>
          </p:cNvSpPr>
          <p:nvPr/>
        </p:nvSpPr>
        <p:spPr>
          <a:xfrm>
            <a:off x="7143750" y="2152650"/>
            <a:ext cx="81915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5" name="resource-title-2">
            <a:extLst>
              <a:ext uri="{FF2B5EF4-FFF2-40B4-BE49-F238E27FC236}">
                <a16:creationId xmlns:a16="http://schemas.microsoft.com/office/drawing/2014/main" id="{EC29627A-BEAD-4FDB-9B52-CEAE0B888F6D}"/>
              </a:ext>
            </a:extLst>
          </p:cNvPr>
          <p:cNvSpPr>
            <a:spLocks noGrp="1"/>
          </p:cNvSpPr>
          <p:nvPr/>
        </p:nvSpPr>
        <p:spPr>
          <a:xfrm>
            <a:off x="6343650" y="3238500"/>
            <a:ext cx="24193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325" b="1">
                <a:solidFill>
                  <a:srgbClr val="2031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0313A"/>
                </a:solidFill>
                <a:latin typeface="Arial"/>
                <a:ea typeface="Arial"/>
                <a:cs typeface="Arial"/>
              </a:rPr>
              <a:t>Материалы</a:t>
            </a:r>
          </a:p>
        </p:txBody>
      </p:sp>
      <p:sp>
        <p:nvSpPr>
          <p:cNvPr id="26" name="resource-prompt-2">
            <a:extLst>
              <a:ext uri="{FF2B5EF4-FFF2-40B4-BE49-F238E27FC236}">
                <a16:creationId xmlns:a16="http://schemas.microsoft.com/office/drawing/2014/main" id="{4C5D55F4-5044-459F-A83B-B3BEFDD0FC22}"/>
              </a:ext>
            </a:extLst>
          </p:cNvPr>
          <p:cNvSpPr>
            <a:spLocks noGrp="1"/>
          </p:cNvSpPr>
          <p:nvPr/>
        </p:nvSpPr>
        <p:spPr>
          <a:xfrm>
            <a:off x="6343650" y="3790950"/>
            <a:ext cx="2419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575" b="0">
                <a:solidFill>
                  <a:srgbClr val="64737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37B"/>
                </a:solidFill>
                <a:latin typeface="Arial"/>
                <a:ea typeface="Arial"/>
                <a:cs typeface="Arial"/>
              </a:rPr>
              <a:t>Что понадобится?</a:t>
            </a:r>
          </a:p>
        </p:txBody>
      </p:sp>
      <p:sp>
        <p:nvSpPr>
          <p:cNvPr id="27" name="resource-line-2-1">
            <a:extLst>
              <a:ext uri="{FF2B5EF4-FFF2-40B4-BE49-F238E27FC236}">
                <a16:creationId xmlns:a16="http://schemas.microsoft.com/office/drawing/2014/main" id="{26B97103-A49F-4ACB-AA63-EC80B91EE826}"/>
              </a:ext>
            </a:extLst>
          </p:cNvPr>
          <p:cNvSpPr>
            <a:spLocks noGrp="1"/>
          </p:cNvSpPr>
          <p:nvPr/>
        </p:nvSpPr>
        <p:spPr>
          <a:xfrm>
            <a:off x="6534150" y="4362450"/>
            <a:ext cx="2038350" cy="9525"/>
          </a:xfrm>
          <a:prstGeom prst="line">
            <a:avLst/>
          </a:prstGeom>
          <a:noFill/>
          <a:ln w="19050">
            <a:solidFill>
              <a:srgbClr val="DCE4E4"/>
            </a:solidFill>
            <a:prstDash val="solid"/>
          </a:ln>
        </p:spPr>
      </p:sp>
      <p:sp>
        <p:nvSpPr>
          <p:cNvPr id="28" name="resource-line-2-2">
            <a:extLst>
              <a:ext uri="{FF2B5EF4-FFF2-40B4-BE49-F238E27FC236}">
                <a16:creationId xmlns:a16="http://schemas.microsoft.com/office/drawing/2014/main" id="{2760AD1E-676E-4720-918E-6B0B780E22C7}"/>
              </a:ext>
            </a:extLst>
          </p:cNvPr>
          <p:cNvSpPr>
            <a:spLocks noGrp="1"/>
          </p:cNvSpPr>
          <p:nvPr/>
        </p:nvSpPr>
        <p:spPr>
          <a:xfrm>
            <a:off x="6534150" y="4819650"/>
            <a:ext cx="2038350" cy="9525"/>
          </a:xfrm>
          <a:prstGeom prst="line">
            <a:avLst/>
          </a:prstGeom>
          <a:noFill/>
          <a:ln w="19050">
            <a:solidFill>
              <a:srgbClr val="DCE4E4"/>
            </a:solidFill>
            <a:prstDash val="solid"/>
          </a:ln>
        </p:spPr>
      </p:sp>
      <p:sp>
        <p:nvSpPr>
          <p:cNvPr id="29" name="resource-line-2-3">
            <a:extLst>
              <a:ext uri="{FF2B5EF4-FFF2-40B4-BE49-F238E27FC236}">
                <a16:creationId xmlns:a16="http://schemas.microsoft.com/office/drawing/2014/main" id="{C0C9AB6A-FD25-4758-8E75-C1C8421E6B6A}"/>
              </a:ext>
            </a:extLst>
          </p:cNvPr>
          <p:cNvSpPr>
            <a:spLocks noGrp="1"/>
          </p:cNvSpPr>
          <p:nvPr/>
        </p:nvSpPr>
        <p:spPr>
          <a:xfrm>
            <a:off x="6534150" y="5276850"/>
            <a:ext cx="2038350" cy="9525"/>
          </a:xfrm>
          <a:prstGeom prst="line">
            <a:avLst/>
          </a:prstGeom>
          <a:noFill/>
          <a:ln w="19050">
            <a:solidFill>
              <a:srgbClr val="DCE4E4"/>
            </a:solidFill>
            <a:prstDash val="solid"/>
          </a:ln>
        </p:spPr>
      </p:sp>
      <p:sp>
        <p:nvSpPr>
          <p:cNvPr id="30" name="resource-circle-3">
            <a:extLst>
              <a:ext uri="{FF2B5EF4-FFF2-40B4-BE49-F238E27FC236}">
                <a16:creationId xmlns:a16="http://schemas.microsoft.com/office/drawing/2014/main" id="{93E3DE6C-41E2-432B-819D-71EF57F87DC9}"/>
              </a:ext>
            </a:extLst>
          </p:cNvPr>
          <p:cNvSpPr>
            <a:spLocks noGrp="1"/>
          </p:cNvSpPr>
          <p:nvPr/>
        </p:nvSpPr>
        <p:spPr>
          <a:xfrm>
            <a:off x="9925050" y="2152650"/>
            <a:ext cx="819150" cy="819150"/>
          </a:xfrm>
          <a:prstGeom prst="ellipse">
            <a:avLst/>
          </a:prstGeom>
          <a:solidFill>
            <a:srgbClr val="3B8C88"/>
          </a:solidFill>
          <a:ln w="0">
            <a:noFill/>
            <a:prstDash val="solid"/>
          </a:ln>
        </p:spPr>
      </p:sp>
      <p:sp>
        <p:nvSpPr>
          <p:cNvPr id="31" name="resource-num-3">
            <a:extLst>
              <a:ext uri="{FF2B5EF4-FFF2-40B4-BE49-F238E27FC236}">
                <a16:creationId xmlns:a16="http://schemas.microsoft.com/office/drawing/2014/main" id="{1B8EC14F-584E-4352-BDF8-F9BD1134FCCE}"/>
              </a:ext>
            </a:extLst>
          </p:cNvPr>
          <p:cNvSpPr>
            <a:spLocks noGrp="1"/>
          </p:cNvSpPr>
          <p:nvPr/>
        </p:nvSpPr>
        <p:spPr>
          <a:xfrm>
            <a:off x="9925050" y="2152650"/>
            <a:ext cx="81915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2" name="resource-title-3">
            <a:extLst>
              <a:ext uri="{FF2B5EF4-FFF2-40B4-BE49-F238E27FC236}">
                <a16:creationId xmlns:a16="http://schemas.microsoft.com/office/drawing/2014/main" id="{B36D4F94-AF60-4FD8-9FEF-88BCF55E61FC}"/>
              </a:ext>
            </a:extLst>
          </p:cNvPr>
          <p:cNvSpPr>
            <a:spLocks noGrp="1"/>
          </p:cNvSpPr>
          <p:nvPr/>
        </p:nvSpPr>
        <p:spPr>
          <a:xfrm>
            <a:off x="9124950" y="3238500"/>
            <a:ext cx="24193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325" b="1">
                <a:solidFill>
                  <a:srgbClr val="2031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0313A"/>
                </a:solidFill>
                <a:latin typeface="Arial"/>
                <a:ea typeface="Arial"/>
                <a:cs typeface="Arial"/>
              </a:rPr>
              <a:t>Инструменты</a:t>
            </a:r>
          </a:p>
        </p:txBody>
      </p:sp>
      <p:sp>
        <p:nvSpPr>
          <p:cNvPr id="33" name="resource-prompt-3">
            <a:extLst>
              <a:ext uri="{FF2B5EF4-FFF2-40B4-BE49-F238E27FC236}">
                <a16:creationId xmlns:a16="http://schemas.microsoft.com/office/drawing/2014/main" id="{E4D119E5-3585-47B6-A2EF-38D770C9FAB6}"/>
              </a:ext>
            </a:extLst>
          </p:cNvPr>
          <p:cNvSpPr>
            <a:spLocks noGrp="1"/>
          </p:cNvSpPr>
          <p:nvPr/>
        </p:nvSpPr>
        <p:spPr>
          <a:xfrm>
            <a:off x="9124950" y="3790950"/>
            <a:ext cx="2419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575" b="0">
                <a:solidFill>
                  <a:srgbClr val="64737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37B"/>
                </a:solidFill>
                <a:latin typeface="Arial"/>
                <a:ea typeface="Arial"/>
                <a:cs typeface="Arial"/>
              </a:rPr>
              <a:t>С чем работаем?</a:t>
            </a:r>
          </a:p>
        </p:txBody>
      </p:sp>
      <p:sp>
        <p:nvSpPr>
          <p:cNvPr id="34" name="resource-line-3-1">
            <a:extLst>
              <a:ext uri="{FF2B5EF4-FFF2-40B4-BE49-F238E27FC236}">
                <a16:creationId xmlns:a16="http://schemas.microsoft.com/office/drawing/2014/main" id="{9C920BD6-7FFB-4E5F-BF89-BFEE4C2C8007}"/>
              </a:ext>
            </a:extLst>
          </p:cNvPr>
          <p:cNvSpPr>
            <a:spLocks noGrp="1"/>
          </p:cNvSpPr>
          <p:nvPr/>
        </p:nvSpPr>
        <p:spPr>
          <a:xfrm>
            <a:off x="9315450" y="4362450"/>
            <a:ext cx="2038350" cy="9525"/>
          </a:xfrm>
          <a:prstGeom prst="line">
            <a:avLst/>
          </a:prstGeom>
          <a:noFill/>
          <a:ln w="19050">
            <a:solidFill>
              <a:srgbClr val="DCE4E4"/>
            </a:solidFill>
            <a:prstDash val="solid"/>
          </a:ln>
        </p:spPr>
      </p:sp>
      <p:sp>
        <p:nvSpPr>
          <p:cNvPr id="35" name="resource-line-3-2">
            <a:extLst>
              <a:ext uri="{FF2B5EF4-FFF2-40B4-BE49-F238E27FC236}">
                <a16:creationId xmlns:a16="http://schemas.microsoft.com/office/drawing/2014/main" id="{756A3AE7-5895-42F0-89F5-9178FEA60237}"/>
              </a:ext>
            </a:extLst>
          </p:cNvPr>
          <p:cNvSpPr>
            <a:spLocks noGrp="1"/>
          </p:cNvSpPr>
          <p:nvPr/>
        </p:nvSpPr>
        <p:spPr>
          <a:xfrm>
            <a:off x="9315450" y="4819650"/>
            <a:ext cx="2038350" cy="9525"/>
          </a:xfrm>
          <a:prstGeom prst="line">
            <a:avLst/>
          </a:prstGeom>
          <a:noFill/>
          <a:ln w="19050">
            <a:solidFill>
              <a:srgbClr val="DCE4E4"/>
            </a:solidFill>
            <a:prstDash val="solid"/>
          </a:ln>
        </p:spPr>
      </p:sp>
      <p:sp>
        <p:nvSpPr>
          <p:cNvPr id="36" name="resource-line-3-3">
            <a:extLst>
              <a:ext uri="{FF2B5EF4-FFF2-40B4-BE49-F238E27FC236}">
                <a16:creationId xmlns:a16="http://schemas.microsoft.com/office/drawing/2014/main" id="{3D72D870-AA7C-475F-AFF6-C78ABC190C8E}"/>
              </a:ext>
            </a:extLst>
          </p:cNvPr>
          <p:cNvSpPr>
            <a:spLocks noGrp="1"/>
          </p:cNvSpPr>
          <p:nvPr/>
        </p:nvSpPr>
        <p:spPr>
          <a:xfrm>
            <a:off x="9315450" y="5276850"/>
            <a:ext cx="2038350" cy="9525"/>
          </a:xfrm>
          <a:prstGeom prst="line">
            <a:avLst/>
          </a:prstGeom>
          <a:noFill/>
          <a:ln w="19050">
            <a:solidFill>
              <a:srgbClr val="DCE4E4"/>
            </a:solidFill>
            <a:prstDash val="solid"/>
          </a:ln>
        </p:spPr>
      </p:sp>
      <p:sp>
        <p:nvSpPr>
          <p:cNvPr id="37" name="resource-budget-box">
            <a:extLst>
              <a:ext uri="{FF2B5EF4-FFF2-40B4-BE49-F238E27FC236}">
                <a16:creationId xmlns:a16="http://schemas.microsoft.com/office/drawing/2014/main" id="{5604244C-E48F-4B25-8B9D-C70ECDBD4250}"/>
              </a:ext>
            </a:extLst>
          </p:cNvPr>
          <p:cNvSpPr>
            <a:spLocks noGrp="1"/>
          </p:cNvSpPr>
          <p:nvPr/>
        </p:nvSpPr>
        <p:spPr>
          <a:xfrm>
            <a:off x="3524250" y="5886450"/>
            <a:ext cx="5143500" cy="419100"/>
          </a:xfrm>
          <a:prstGeom prst="roundRect">
            <a:avLst>
              <a:gd name="adj" fmla="val 27273"/>
            </a:avLst>
          </a:prstGeom>
          <a:solidFill>
            <a:srgbClr val="FFFFFF"/>
          </a:solidFill>
          <a:ln w="11430">
            <a:solidFill>
              <a:srgbClr val="DCE4E4"/>
            </a:solidFill>
            <a:prstDash val="solid"/>
          </a:ln>
        </p:spPr>
      </p:sp>
      <p:sp>
        <p:nvSpPr>
          <p:cNvPr id="38" name="resource-budget-label">
            <a:extLst>
              <a:ext uri="{FF2B5EF4-FFF2-40B4-BE49-F238E27FC236}">
                <a16:creationId xmlns:a16="http://schemas.microsoft.com/office/drawing/2014/main" id="{C9B1368F-D99A-44BD-B51A-F3568F9992FF}"/>
              </a:ext>
            </a:extLst>
          </p:cNvPr>
          <p:cNvSpPr>
            <a:spLocks noGrp="1"/>
          </p:cNvSpPr>
          <p:nvPr/>
        </p:nvSpPr>
        <p:spPr>
          <a:xfrm>
            <a:off x="3733800" y="5962650"/>
            <a:ext cx="2228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00" b="1">
                <a:solidFill>
                  <a:srgbClr val="375C6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75C6D"/>
                </a:solidFill>
                <a:latin typeface="Arial"/>
                <a:ea typeface="Arial"/>
                <a:cs typeface="Arial"/>
              </a:rPr>
              <a:t>Бюджет / ограничение:</a:t>
            </a:r>
          </a:p>
        </p:txBody>
      </p:sp>
      <p:sp>
        <p:nvSpPr>
          <p:cNvPr id="39" name="resource-budget-line">
            <a:extLst>
              <a:ext uri="{FF2B5EF4-FFF2-40B4-BE49-F238E27FC236}">
                <a16:creationId xmlns:a16="http://schemas.microsoft.com/office/drawing/2014/main" id="{EE0F29D9-233E-432B-8473-F5302C1FC811}"/>
              </a:ext>
            </a:extLst>
          </p:cNvPr>
          <p:cNvSpPr>
            <a:spLocks noGrp="1"/>
          </p:cNvSpPr>
          <p:nvPr/>
        </p:nvSpPr>
        <p:spPr>
          <a:xfrm>
            <a:off x="6096000" y="6115050"/>
            <a:ext cx="2286000" cy="9525"/>
          </a:xfrm>
          <a:prstGeom prst="line">
            <a:avLst/>
          </a:prstGeom>
          <a:noFill/>
          <a:ln w="19050">
            <a:solidFill>
              <a:srgbClr val="DCE4E4"/>
            </a:solidFill>
            <a:prstDash val="solid"/>
          </a:ln>
        </p:spPr>
      </p:sp>
      <p:sp>
        <p:nvSpPr>
          <p:cNvPr id="40" name="page-7">
            <a:extLst>
              <a:ext uri="{FF2B5EF4-FFF2-40B4-BE49-F238E27FC236}">
                <a16:creationId xmlns:a16="http://schemas.microsoft.com/office/drawing/2014/main" id="{130CE26E-F373-4422-B38D-6B5039422753}"/>
              </a:ext>
            </a:extLst>
          </p:cNvPr>
          <p:cNvSpPr>
            <a:spLocks noGrp="1"/>
          </p:cNvSpPr>
          <p:nvPr/>
        </p:nvSpPr>
        <p:spPr>
          <a:xfrm>
            <a:off x="10915650" y="6400800"/>
            <a:ext cx="590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defRPr sz="1350" b="1">
                <a:solidFill>
                  <a:srgbClr val="91A3A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91A3A5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7635740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slide-title">
            <a:extLst>
              <a:ext uri="{FF2B5EF4-FFF2-40B4-BE49-F238E27FC236}">
                <a16:creationId xmlns:a16="http://schemas.microsoft.com/office/drawing/2014/main" id="{19B40ACD-CE62-445D-B99D-1091CCE9A0B6}"/>
              </a:ext>
            </a:extLst>
          </p:cNvPr>
          <p:cNvSpPr>
            <a:spLocks noGrp="1"/>
          </p:cNvSpPr>
          <p:nvPr/>
        </p:nvSpPr>
        <p:spPr>
          <a:xfrm>
            <a:off x="685800" y="438150"/>
            <a:ext cx="108204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600" b="1">
                <a:solidFill>
                  <a:srgbClr val="20313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313A"/>
                </a:solidFill>
                <a:latin typeface="Arial"/>
                <a:ea typeface="Arial"/>
                <a:cs typeface="Arial"/>
              </a:rPr>
              <a:t>Риски лучше видеть до запуска</a:t>
            </a:r>
          </a:p>
        </p:txBody>
      </p:sp>
      <p:sp>
        <p:nvSpPr>
          <p:cNvPr id="2" name="slide-subtitle">
            <a:extLst>
              <a:ext uri="{FF2B5EF4-FFF2-40B4-BE49-F238E27FC236}">
                <a16:creationId xmlns:a16="http://schemas.microsoft.com/office/drawing/2014/main" id="{05FF1543-6D16-4346-8C89-D628D668F73B}"/>
              </a:ext>
            </a:extLst>
          </p:cNvPr>
          <p:cNvSpPr>
            <a:spLocks noGrp="1"/>
          </p:cNvSpPr>
          <p:nvPr/>
        </p:nvSpPr>
        <p:spPr>
          <a:xfrm>
            <a:off x="704850" y="1038225"/>
            <a:ext cx="10001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650" b="0">
                <a:solidFill>
                  <a:srgbClr val="64737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4737B"/>
                </a:solidFill>
                <a:latin typeface="Arial"/>
                <a:ea typeface="Arial"/>
                <a:cs typeface="Arial"/>
              </a:rPr>
              <a:t>Для каждого риска определите ранний сигнал и ответное действие</a:t>
            </a:r>
          </a:p>
        </p:txBody>
      </p:sp>
      <p:sp>
        <p:nvSpPr>
          <p:cNvPr id="3" name="progress-1">
            <a:extLst>
              <a:ext uri="{FF2B5EF4-FFF2-40B4-BE49-F238E27FC236}">
                <a16:creationId xmlns:a16="http://schemas.microsoft.com/office/drawing/2014/main" id="{030AD1F8-2FE9-4416-B5DF-0F630989349B}"/>
              </a:ext>
            </a:extLst>
          </p:cNvPr>
          <p:cNvSpPr>
            <a:spLocks noGrp="1"/>
          </p:cNvSpPr>
          <p:nvPr/>
        </p:nvSpPr>
        <p:spPr>
          <a:xfrm>
            <a:off x="685800" y="1438275"/>
            <a:ext cx="1739900" cy="57150"/>
          </a:xfrm>
          <a:prstGeom prst="roundRect">
            <a:avLst>
              <a:gd name="adj" fmla="val 50000"/>
            </a:avLst>
          </a:prstGeom>
          <a:solidFill>
            <a:srgbClr val="E9785B"/>
          </a:solidFill>
          <a:ln w="0">
            <a:noFill/>
            <a:prstDash val="solid"/>
          </a:ln>
        </p:spPr>
      </p:sp>
      <p:sp>
        <p:nvSpPr>
          <p:cNvPr id="4" name="progress-2">
            <a:extLst>
              <a:ext uri="{FF2B5EF4-FFF2-40B4-BE49-F238E27FC236}">
                <a16:creationId xmlns:a16="http://schemas.microsoft.com/office/drawing/2014/main" id="{55B35865-9697-482C-92A1-0A9722AC0C15}"/>
              </a:ext>
            </a:extLst>
          </p:cNvPr>
          <p:cNvSpPr>
            <a:spLocks noGrp="1"/>
          </p:cNvSpPr>
          <p:nvPr/>
        </p:nvSpPr>
        <p:spPr>
          <a:xfrm>
            <a:off x="2501900" y="1438275"/>
            <a:ext cx="1739900" cy="57150"/>
          </a:xfrm>
          <a:prstGeom prst="roundRect">
            <a:avLst>
              <a:gd name="adj" fmla="val 50000"/>
            </a:avLst>
          </a:prstGeom>
          <a:solidFill>
            <a:srgbClr val="E8B04A"/>
          </a:solidFill>
          <a:ln w="0">
            <a:noFill/>
            <a:prstDash val="solid"/>
          </a:ln>
        </p:spPr>
      </p:sp>
      <p:sp>
        <p:nvSpPr>
          <p:cNvPr id="5" name="progress-3">
            <a:extLst>
              <a:ext uri="{FF2B5EF4-FFF2-40B4-BE49-F238E27FC236}">
                <a16:creationId xmlns:a16="http://schemas.microsoft.com/office/drawing/2014/main" id="{D86273EA-A1F5-4884-81A1-6A04648CEC4C}"/>
              </a:ext>
            </a:extLst>
          </p:cNvPr>
          <p:cNvSpPr>
            <a:spLocks noGrp="1"/>
          </p:cNvSpPr>
          <p:nvPr/>
        </p:nvSpPr>
        <p:spPr>
          <a:xfrm>
            <a:off x="4318000" y="1438275"/>
            <a:ext cx="1739900" cy="57150"/>
          </a:xfrm>
          <a:prstGeom prst="roundRect">
            <a:avLst>
              <a:gd name="adj" fmla="val 50000"/>
            </a:avLst>
          </a:prstGeom>
          <a:solidFill>
            <a:srgbClr val="75A9C2"/>
          </a:solidFill>
          <a:ln w="0">
            <a:noFill/>
            <a:prstDash val="solid"/>
          </a:ln>
        </p:spPr>
      </p:sp>
      <p:sp>
        <p:nvSpPr>
          <p:cNvPr id="6" name="progress-4">
            <a:extLst>
              <a:ext uri="{FF2B5EF4-FFF2-40B4-BE49-F238E27FC236}">
                <a16:creationId xmlns:a16="http://schemas.microsoft.com/office/drawing/2014/main" id="{9D6E2B9F-270D-49D5-AE11-C473820A4808}"/>
              </a:ext>
            </a:extLst>
          </p:cNvPr>
          <p:cNvSpPr>
            <a:spLocks noGrp="1"/>
          </p:cNvSpPr>
          <p:nvPr/>
        </p:nvSpPr>
        <p:spPr>
          <a:xfrm>
            <a:off x="6134100" y="1438275"/>
            <a:ext cx="1739900" cy="57150"/>
          </a:xfrm>
          <a:prstGeom prst="roundRect">
            <a:avLst>
              <a:gd name="adj" fmla="val 50000"/>
            </a:avLst>
          </a:prstGeom>
          <a:solidFill>
            <a:srgbClr val="3B8C88"/>
          </a:solidFill>
          <a:ln w="0">
            <a:noFill/>
            <a:prstDash val="solid"/>
          </a:ln>
        </p:spPr>
      </p:sp>
      <p:sp>
        <p:nvSpPr>
          <p:cNvPr id="7" name="progress-5">
            <a:extLst>
              <a:ext uri="{FF2B5EF4-FFF2-40B4-BE49-F238E27FC236}">
                <a16:creationId xmlns:a16="http://schemas.microsoft.com/office/drawing/2014/main" id="{13D51523-8B56-498D-8761-0FB2FAA67ED9}"/>
              </a:ext>
            </a:extLst>
          </p:cNvPr>
          <p:cNvSpPr>
            <a:spLocks noGrp="1"/>
          </p:cNvSpPr>
          <p:nvPr/>
        </p:nvSpPr>
        <p:spPr>
          <a:xfrm>
            <a:off x="7950200" y="1438275"/>
            <a:ext cx="1739900" cy="57150"/>
          </a:xfrm>
          <a:prstGeom prst="roundRect">
            <a:avLst>
              <a:gd name="adj" fmla="val 50000"/>
            </a:avLst>
          </a:prstGeom>
          <a:solidFill>
            <a:srgbClr val="DCE4E4"/>
          </a:solidFill>
          <a:ln w="0">
            <a:noFill/>
            <a:prstDash val="solid"/>
          </a:ln>
        </p:spPr>
      </p:sp>
      <p:sp>
        <p:nvSpPr>
          <p:cNvPr id="8" name="progress-6">
            <a:extLst>
              <a:ext uri="{FF2B5EF4-FFF2-40B4-BE49-F238E27FC236}">
                <a16:creationId xmlns:a16="http://schemas.microsoft.com/office/drawing/2014/main" id="{24A3A9CF-A797-42FF-BA86-EE66DE6853B1}"/>
              </a:ext>
            </a:extLst>
          </p:cNvPr>
          <p:cNvSpPr>
            <a:spLocks noGrp="1"/>
          </p:cNvSpPr>
          <p:nvPr/>
        </p:nvSpPr>
        <p:spPr>
          <a:xfrm>
            <a:off x="9766300" y="1438275"/>
            <a:ext cx="1739900" cy="57150"/>
          </a:xfrm>
          <a:prstGeom prst="roundRect">
            <a:avLst>
              <a:gd name="adj" fmla="val 50000"/>
            </a:avLst>
          </a:prstGeom>
          <a:solidFill>
            <a:srgbClr val="DCE4E4"/>
          </a:solidFill>
          <a:ln w="0">
            <a:noFill/>
            <a:prstDash val="solid"/>
          </a:ln>
        </p:spPr>
      </p:sp>
      <p:sp>
        <p:nvSpPr>
          <p:cNvPr id="9" name="risk-head-0">
            <a:extLst>
              <a:ext uri="{FF2B5EF4-FFF2-40B4-BE49-F238E27FC236}">
                <a16:creationId xmlns:a16="http://schemas.microsoft.com/office/drawing/2014/main" id="{0AFF2D71-83A5-4594-B4A8-38EBAAF5B964}"/>
              </a:ext>
            </a:extLst>
          </p:cNvPr>
          <p:cNvSpPr>
            <a:spLocks noGrp="1"/>
          </p:cNvSpPr>
          <p:nvPr/>
        </p:nvSpPr>
        <p:spPr>
          <a:xfrm>
            <a:off x="685800" y="1962150"/>
            <a:ext cx="4095750" cy="533400"/>
          </a:xfrm>
          <a:prstGeom prst="rect">
            <a:avLst/>
          </a:prstGeom>
          <a:solidFill>
            <a:srgbClr val="20313A"/>
          </a:solidFill>
          <a:ln w="0">
            <a:noFill/>
            <a:prstDash val="solid"/>
          </a:ln>
        </p:spPr>
      </p:sp>
      <p:sp>
        <p:nvSpPr>
          <p:cNvPr id="10" name="risk-head-text-0">
            <a:extLst>
              <a:ext uri="{FF2B5EF4-FFF2-40B4-BE49-F238E27FC236}">
                <a16:creationId xmlns:a16="http://schemas.microsoft.com/office/drawing/2014/main" id="{6B6B45AC-FA63-4C23-835B-512B584C8377}"/>
              </a:ext>
            </a:extLst>
          </p:cNvPr>
          <p:cNvSpPr>
            <a:spLocks noGrp="1"/>
          </p:cNvSpPr>
          <p:nvPr/>
        </p:nvSpPr>
        <p:spPr>
          <a:xfrm>
            <a:off x="876300" y="2028825"/>
            <a:ext cx="3714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Риск</a:t>
            </a:r>
          </a:p>
        </p:txBody>
      </p:sp>
      <p:sp>
        <p:nvSpPr>
          <p:cNvPr id="11" name="risk-head-1">
            <a:extLst>
              <a:ext uri="{FF2B5EF4-FFF2-40B4-BE49-F238E27FC236}">
                <a16:creationId xmlns:a16="http://schemas.microsoft.com/office/drawing/2014/main" id="{BE00F992-9F3C-4325-8DB0-57D111B02C5F}"/>
              </a:ext>
            </a:extLst>
          </p:cNvPr>
          <p:cNvSpPr>
            <a:spLocks noGrp="1"/>
          </p:cNvSpPr>
          <p:nvPr/>
        </p:nvSpPr>
        <p:spPr>
          <a:xfrm>
            <a:off x="4781550" y="1962150"/>
            <a:ext cx="2876550" cy="533400"/>
          </a:xfrm>
          <a:prstGeom prst="rect">
            <a:avLst/>
          </a:prstGeom>
          <a:solidFill>
            <a:srgbClr val="375C6D"/>
          </a:solidFill>
          <a:ln w="0">
            <a:noFill/>
            <a:prstDash val="solid"/>
          </a:ln>
        </p:spPr>
      </p:sp>
      <p:sp>
        <p:nvSpPr>
          <p:cNvPr id="12" name="risk-head-text-1">
            <a:extLst>
              <a:ext uri="{FF2B5EF4-FFF2-40B4-BE49-F238E27FC236}">
                <a16:creationId xmlns:a16="http://schemas.microsoft.com/office/drawing/2014/main" id="{ED640EE4-1FF6-45FB-8B95-786B24ED5E49}"/>
              </a:ext>
            </a:extLst>
          </p:cNvPr>
          <p:cNvSpPr>
            <a:spLocks noGrp="1"/>
          </p:cNvSpPr>
          <p:nvPr/>
        </p:nvSpPr>
        <p:spPr>
          <a:xfrm>
            <a:off x="4972050" y="2028825"/>
            <a:ext cx="24955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Ранний сигнал</a:t>
            </a:r>
          </a:p>
        </p:txBody>
      </p:sp>
      <p:sp>
        <p:nvSpPr>
          <p:cNvPr id="13" name="risk-head-2">
            <a:extLst>
              <a:ext uri="{FF2B5EF4-FFF2-40B4-BE49-F238E27FC236}">
                <a16:creationId xmlns:a16="http://schemas.microsoft.com/office/drawing/2014/main" id="{A72E6741-BAB3-4A84-A096-4A8EDF431EF6}"/>
              </a:ext>
            </a:extLst>
          </p:cNvPr>
          <p:cNvSpPr>
            <a:spLocks noGrp="1"/>
          </p:cNvSpPr>
          <p:nvPr/>
        </p:nvSpPr>
        <p:spPr>
          <a:xfrm>
            <a:off x="7658100" y="1962150"/>
            <a:ext cx="3848100" cy="533400"/>
          </a:xfrm>
          <a:prstGeom prst="rect">
            <a:avLst/>
          </a:prstGeom>
          <a:solidFill>
            <a:srgbClr val="3B8C88"/>
          </a:solidFill>
          <a:ln w="0">
            <a:noFill/>
            <a:prstDash val="solid"/>
          </a:ln>
        </p:spPr>
      </p:sp>
      <p:sp>
        <p:nvSpPr>
          <p:cNvPr id="14" name="risk-head-text-2">
            <a:extLst>
              <a:ext uri="{FF2B5EF4-FFF2-40B4-BE49-F238E27FC236}">
                <a16:creationId xmlns:a16="http://schemas.microsoft.com/office/drawing/2014/main" id="{555FAE68-789E-4C52-8640-10AAAF80F47A}"/>
              </a:ext>
            </a:extLst>
          </p:cNvPr>
          <p:cNvSpPr>
            <a:spLocks noGrp="1"/>
          </p:cNvSpPr>
          <p:nvPr/>
        </p:nvSpPr>
        <p:spPr>
          <a:xfrm>
            <a:off x="7848600" y="2028825"/>
            <a:ext cx="34671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Что делаем</a:t>
            </a:r>
          </a:p>
        </p:txBody>
      </p:sp>
      <p:sp>
        <p:nvSpPr>
          <p:cNvPr id="15" name="risk-row-0">
            <a:extLst>
              <a:ext uri="{FF2B5EF4-FFF2-40B4-BE49-F238E27FC236}">
                <a16:creationId xmlns:a16="http://schemas.microsoft.com/office/drawing/2014/main" id="{137CE322-0618-4BF0-A23E-C80E203F0494}"/>
              </a:ext>
            </a:extLst>
          </p:cNvPr>
          <p:cNvSpPr>
            <a:spLocks noGrp="1"/>
          </p:cNvSpPr>
          <p:nvPr/>
        </p:nvSpPr>
        <p:spPr>
          <a:xfrm>
            <a:off x="685800" y="2495550"/>
            <a:ext cx="10820400" cy="809625"/>
          </a:xfrm>
          <a:prstGeom prst="rect">
            <a:avLst/>
          </a:prstGeom>
          <a:solidFill>
            <a:srgbClr val="FFFFFF"/>
          </a:solidFill>
          <a:ln w="9525">
            <a:solidFill>
              <a:srgbClr val="DCE4E4"/>
            </a:solidFill>
            <a:prstDash val="solid"/>
          </a:ln>
        </p:spPr>
      </p:sp>
      <p:sp>
        <p:nvSpPr>
          <p:cNvPr id="16" name="risk-level-0">
            <a:extLst>
              <a:ext uri="{FF2B5EF4-FFF2-40B4-BE49-F238E27FC236}">
                <a16:creationId xmlns:a16="http://schemas.microsoft.com/office/drawing/2014/main" id="{AF2A562A-DEE0-4EFC-9435-BA99829C589E}"/>
              </a:ext>
            </a:extLst>
          </p:cNvPr>
          <p:cNvSpPr>
            <a:spLocks noGrp="1"/>
          </p:cNvSpPr>
          <p:nvPr/>
        </p:nvSpPr>
        <p:spPr>
          <a:xfrm>
            <a:off x="819150" y="2724150"/>
            <a:ext cx="552450" cy="342900"/>
          </a:xfrm>
          <a:prstGeom prst="roundRect">
            <a:avLst>
              <a:gd name="adj" fmla="val 27778"/>
            </a:avLst>
          </a:prstGeom>
          <a:solidFill>
            <a:srgbClr val="E9785B"/>
          </a:solidFill>
          <a:ln w="0">
            <a:noFill/>
            <a:prstDash val="solid"/>
          </a:ln>
        </p:spPr>
      </p:sp>
      <p:sp>
        <p:nvSpPr>
          <p:cNvPr id="17" name="risk-num-0">
            <a:extLst>
              <a:ext uri="{FF2B5EF4-FFF2-40B4-BE49-F238E27FC236}">
                <a16:creationId xmlns:a16="http://schemas.microsoft.com/office/drawing/2014/main" id="{F1461899-0F12-4FA0-87E5-11F278CE3A35}"/>
              </a:ext>
            </a:extLst>
          </p:cNvPr>
          <p:cNvSpPr>
            <a:spLocks noGrp="1"/>
          </p:cNvSpPr>
          <p:nvPr/>
        </p:nvSpPr>
        <p:spPr>
          <a:xfrm>
            <a:off x="819150" y="2752725"/>
            <a:ext cx="552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8" name="risk-desc-0">
            <a:extLst>
              <a:ext uri="{FF2B5EF4-FFF2-40B4-BE49-F238E27FC236}">
                <a16:creationId xmlns:a16="http://schemas.microsoft.com/office/drawing/2014/main" id="{885BD2BB-70E9-499C-B750-139A925BAD2C}"/>
              </a:ext>
            </a:extLst>
          </p:cNvPr>
          <p:cNvSpPr>
            <a:spLocks noGrp="1"/>
          </p:cNvSpPr>
          <p:nvPr/>
        </p:nvSpPr>
        <p:spPr>
          <a:xfrm>
            <a:off x="1562100" y="2714625"/>
            <a:ext cx="30289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75" b="0">
                <a:solidFill>
                  <a:srgbClr val="64737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37B"/>
                </a:solidFill>
                <a:latin typeface="Arial"/>
                <a:ea typeface="Arial"/>
                <a:cs typeface="Arial"/>
              </a:rPr>
              <a:t>Опишите возможное препятствие</a:t>
            </a:r>
          </a:p>
        </p:txBody>
      </p:sp>
      <p:sp>
        <p:nvSpPr>
          <p:cNvPr id="19" name="risk-v1-0">
            <a:extLst>
              <a:ext uri="{FF2B5EF4-FFF2-40B4-BE49-F238E27FC236}">
                <a16:creationId xmlns:a16="http://schemas.microsoft.com/office/drawing/2014/main" id="{AD7F4645-3C86-4C7C-AD35-B3DEF24CC6EF}"/>
              </a:ext>
            </a:extLst>
          </p:cNvPr>
          <p:cNvSpPr>
            <a:spLocks noGrp="1"/>
          </p:cNvSpPr>
          <p:nvPr/>
        </p:nvSpPr>
        <p:spPr>
          <a:xfrm>
            <a:off x="4781550" y="2495550"/>
            <a:ext cx="9525" cy="809625"/>
          </a:xfrm>
          <a:prstGeom prst="line">
            <a:avLst/>
          </a:prstGeom>
          <a:noFill/>
          <a:ln w="9525">
            <a:solidFill>
              <a:srgbClr val="DCE4E4"/>
            </a:solidFill>
            <a:prstDash val="solid"/>
          </a:ln>
        </p:spPr>
      </p:sp>
      <p:sp>
        <p:nvSpPr>
          <p:cNvPr id="20" name="risk-signal-0">
            <a:extLst>
              <a:ext uri="{FF2B5EF4-FFF2-40B4-BE49-F238E27FC236}">
                <a16:creationId xmlns:a16="http://schemas.microsoft.com/office/drawing/2014/main" id="{A70BC166-675A-4A14-B2BE-50691B1D93E5}"/>
              </a:ext>
            </a:extLst>
          </p:cNvPr>
          <p:cNvSpPr>
            <a:spLocks noGrp="1"/>
          </p:cNvSpPr>
          <p:nvPr/>
        </p:nvSpPr>
        <p:spPr>
          <a:xfrm>
            <a:off x="5010150" y="2714625"/>
            <a:ext cx="24003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75" b="0">
                <a:solidFill>
                  <a:srgbClr val="64737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37B"/>
                </a:solidFill>
                <a:latin typeface="Arial"/>
                <a:ea typeface="Arial"/>
                <a:cs typeface="Arial"/>
              </a:rPr>
              <a:t>Что заметим?</a:t>
            </a:r>
          </a:p>
        </p:txBody>
      </p:sp>
      <p:sp>
        <p:nvSpPr>
          <p:cNvPr id="21" name="risk-v2-0">
            <a:extLst>
              <a:ext uri="{FF2B5EF4-FFF2-40B4-BE49-F238E27FC236}">
                <a16:creationId xmlns:a16="http://schemas.microsoft.com/office/drawing/2014/main" id="{EB23D45D-5C5A-4B57-85FD-0857EBD26711}"/>
              </a:ext>
            </a:extLst>
          </p:cNvPr>
          <p:cNvSpPr>
            <a:spLocks noGrp="1"/>
          </p:cNvSpPr>
          <p:nvPr/>
        </p:nvSpPr>
        <p:spPr>
          <a:xfrm>
            <a:off x="7658100" y="2495550"/>
            <a:ext cx="9525" cy="809625"/>
          </a:xfrm>
          <a:prstGeom prst="line">
            <a:avLst/>
          </a:prstGeom>
          <a:noFill/>
          <a:ln w="9525">
            <a:solidFill>
              <a:srgbClr val="DCE4E4"/>
            </a:solidFill>
            <a:prstDash val="solid"/>
          </a:ln>
        </p:spPr>
      </p:sp>
      <p:sp>
        <p:nvSpPr>
          <p:cNvPr id="22" name="risk-action-0">
            <a:extLst>
              <a:ext uri="{FF2B5EF4-FFF2-40B4-BE49-F238E27FC236}">
                <a16:creationId xmlns:a16="http://schemas.microsoft.com/office/drawing/2014/main" id="{44DE70F7-858D-4195-A45D-FA1DED4DF75A}"/>
              </a:ext>
            </a:extLst>
          </p:cNvPr>
          <p:cNvSpPr>
            <a:spLocks noGrp="1"/>
          </p:cNvSpPr>
          <p:nvPr/>
        </p:nvSpPr>
        <p:spPr>
          <a:xfrm>
            <a:off x="7905750" y="2714625"/>
            <a:ext cx="33528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75" b="0">
                <a:solidFill>
                  <a:srgbClr val="64737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37B"/>
                </a:solidFill>
                <a:latin typeface="Arial"/>
                <a:ea typeface="Arial"/>
                <a:cs typeface="Arial"/>
              </a:rPr>
              <a:t>Действие или запасной план</a:t>
            </a:r>
          </a:p>
        </p:txBody>
      </p:sp>
      <p:sp>
        <p:nvSpPr>
          <p:cNvPr id="23" name="risk-row-1">
            <a:extLst>
              <a:ext uri="{FF2B5EF4-FFF2-40B4-BE49-F238E27FC236}">
                <a16:creationId xmlns:a16="http://schemas.microsoft.com/office/drawing/2014/main" id="{BFAC9E5E-9B9C-4558-AA32-7FBE4CEEC90F}"/>
              </a:ext>
            </a:extLst>
          </p:cNvPr>
          <p:cNvSpPr>
            <a:spLocks noGrp="1"/>
          </p:cNvSpPr>
          <p:nvPr/>
        </p:nvSpPr>
        <p:spPr>
          <a:xfrm>
            <a:off x="685800" y="3305175"/>
            <a:ext cx="10820400" cy="809625"/>
          </a:xfrm>
          <a:prstGeom prst="rect">
            <a:avLst/>
          </a:prstGeom>
          <a:solidFill>
            <a:srgbClr val="EDF2F1"/>
          </a:solidFill>
          <a:ln w="9525">
            <a:solidFill>
              <a:srgbClr val="DCE4E4"/>
            </a:solidFill>
            <a:prstDash val="solid"/>
          </a:ln>
        </p:spPr>
      </p:sp>
      <p:sp>
        <p:nvSpPr>
          <p:cNvPr id="24" name="risk-level-1">
            <a:extLst>
              <a:ext uri="{FF2B5EF4-FFF2-40B4-BE49-F238E27FC236}">
                <a16:creationId xmlns:a16="http://schemas.microsoft.com/office/drawing/2014/main" id="{C6175EA4-2814-4C33-8738-A620BC7CA6C0}"/>
              </a:ext>
            </a:extLst>
          </p:cNvPr>
          <p:cNvSpPr>
            <a:spLocks noGrp="1"/>
          </p:cNvSpPr>
          <p:nvPr/>
        </p:nvSpPr>
        <p:spPr>
          <a:xfrm>
            <a:off x="819150" y="3533775"/>
            <a:ext cx="552450" cy="342900"/>
          </a:xfrm>
          <a:prstGeom prst="roundRect">
            <a:avLst>
              <a:gd name="adj" fmla="val 27778"/>
            </a:avLst>
          </a:prstGeom>
          <a:solidFill>
            <a:srgbClr val="E8B04A"/>
          </a:solidFill>
          <a:ln w="0">
            <a:noFill/>
            <a:prstDash val="solid"/>
          </a:ln>
        </p:spPr>
      </p:sp>
      <p:sp>
        <p:nvSpPr>
          <p:cNvPr id="25" name="risk-num-1">
            <a:extLst>
              <a:ext uri="{FF2B5EF4-FFF2-40B4-BE49-F238E27FC236}">
                <a16:creationId xmlns:a16="http://schemas.microsoft.com/office/drawing/2014/main" id="{B46E03C2-F607-4D22-8FF9-890E11A6A80B}"/>
              </a:ext>
            </a:extLst>
          </p:cNvPr>
          <p:cNvSpPr>
            <a:spLocks noGrp="1"/>
          </p:cNvSpPr>
          <p:nvPr/>
        </p:nvSpPr>
        <p:spPr>
          <a:xfrm>
            <a:off x="819150" y="3562350"/>
            <a:ext cx="552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6" name="risk-desc-1">
            <a:extLst>
              <a:ext uri="{FF2B5EF4-FFF2-40B4-BE49-F238E27FC236}">
                <a16:creationId xmlns:a16="http://schemas.microsoft.com/office/drawing/2014/main" id="{04E8B946-4AA9-40CF-B1FF-71A3A7CB3431}"/>
              </a:ext>
            </a:extLst>
          </p:cNvPr>
          <p:cNvSpPr>
            <a:spLocks noGrp="1"/>
          </p:cNvSpPr>
          <p:nvPr/>
        </p:nvSpPr>
        <p:spPr>
          <a:xfrm>
            <a:off x="1562100" y="3524250"/>
            <a:ext cx="30289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75" b="0">
                <a:solidFill>
                  <a:srgbClr val="64737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37B"/>
                </a:solidFill>
                <a:latin typeface="Arial"/>
                <a:ea typeface="Arial"/>
                <a:cs typeface="Arial"/>
              </a:rPr>
              <a:t>Опишите возможное препятствие</a:t>
            </a:r>
          </a:p>
        </p:txBody>
      </p:sp>
      <p:sp>
        <p:nvSpPr>
          <p:cNvPr id="27" name="risk-v1-1">
            <a:extLst>
              <a:ext uri="{FF2B5EF4-FFF2-40B4-BE49-F238E27FC236}">
                <a16:creationId xmlns:a16="http://schemas.microsoft.com/office/drawing/2014/main" id="{C0B9C1A3-1E39-4367-B004-A2B3CC4B1E65}"/>
              </a:ext>
            </a:extLst>
          </p:cNvPr>
          <p:cNvSpPr>
            <a:spLocks noGrp="1"/>
          </p:cNvSpPr>
          <p:nvPr/>
        </p:nvSpPr>
        <p:spPr>
          <a:xfrm>
            <a:off x="4781550" y="3305175"/>
            <a:ext cx="9525" cy="809625"/>
          </a:xfrm>
          <a:prstGeom prst="line">
            <a:avLst/>
          </a:prstGeom>
          <a:noFill/>
          <a:ln w="9525">
            <a:solidFill>
              <a:srgbClr val="DCE4E4"/>
            </a:solidFill>
            <a:prstDash val="solid"/>
          </a:ln>
        </p:spPr>
      </p:sp>
      <p:sp>
        <p:nvSpPr>
          <p:cNvPr id="28" name="risk-signal-1">
            <a:extLst>
              <a:ext uri="{FF2B5EF4-FFF2-40B4-BE49-F238E27FC236}">
                <a16:creationId xmlns:a16="http://schemas.microsoft.com/office/drawing/2014/main" id="{36C5C34D-D11E-470A-9177-AC14DA595656}"/>
              </a:ext>
            </a:extLst>
          </p:cNvPr>
          <p:cNvSpPr>
            <a:spLocks noGrp="1"/>
          </p:cNvSpPr>
          <p:nvPr/>
        </p:nvSpPr>
        <p:spPr>
          <a:xfrm>
            <a:off x="5010150" y="3524250"/>
            <a:ext cx="24003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75" b="0">
                <a:solidFill>
                  <a:srgbClr val="64737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37B"/>
                </a:solidFill>
                <a:latin typeface="Arial"/>
                <a:ea typeface="Arial"/>
                <a:cs typeface="Arial"/>
              </a:rPr>
              <a:t>Что заметим?</a:t>
            </a:r>
          </a:p>
        </p:txBody>
      </p:sp>
      <p:sp>
        <p:nvSpPr>
          <p:cNvPr id="29" name="risk-v2-1">
            <a:extLst>
              <a:ext uri="{FF2B5EF4-FFF2-40B4-BE49-F238E27FC236}">
                <a16:creationId xmlns:a16="http://schemas.microsoft.com/office/drawing/2014/main" id="{DB183D81-2B42-492C-BC72-02A3364C2447}"/>
              </a:ext>
            </a:extLst>
          </p:cNvPr>
          <p:cNvSpPr>
            <a:spLocks noGrp="1"/>
          </p:cNvSpPr>
          <p:nvPr/>
        </p:nvSpPr>
        <p:spPr>
          <a:xfrm>
            <a:off x="7658100" y="3305175"/>
            <a:ext cx="9525" cy="809625"/>
          </a:xfrm>
          <a:prstGeom prst="line">
            <a:avLst/>
          </a:prstGeom>
          <a:noFill/>
          <a:ln w="9525">
            <a:solidFill>
              <a:srgbClr val="DCE4E4"/>
            </a:solidFill>
            <a:prstDash val="solid"/>
          </a:ln>
        </p:spPr>
      </p:sp>
      <p:sp>
        <p:nvSpPr>
          <p:cNvPr id="30" name="risk-action-1">
            <a:extLst>
              <a:ext uri="{FF2B5EF4-FFF2-40B4-BE49-F238E27FC236}">
                <a16:creationId xmlns:a16="http://schemas.microsoft.com/office/drawing/2014/main" id="{5E03CE7C-366E-490D-B51B-074D3C8F92E6}"/>
              </a:ext>
            </a:extLst>
          </p:cNvPr>
          <p:cNvSpPr>
            <a:spLocks noGrp="1"/>
          </p:cNvSpPr>
          <p:nvPr/>
        </p:nvSpPr>
        <p:spPr>
          <a:xfrm>
            <a:off x="7905750" y="3524250"/>
            <a:ext cx="33528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75" b="0">
                <a:solidFill>
                  <a:srgbClr val="64737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37B"/>
                </a:solidFill>
                <a:latin typeface="Arial"/>
                <a:ea typeface="Arial"/>
                <a:cs typeface="Arial"/>
              </a:rPr>
              <a:t>Действие или запасной план</a:t>
            </a:r>
          </a:p>
        </p:txBody>
      </p:sp>
      <p:sp>
        <p:nvSpPr>
          <p:cNvPr id="31" name="risk-row-2">
            <a:extLst>
              <a:ext uri="{FF2B5EF4-FFF2-40B4-BE49-F238E27FC236}">
                <a16:creationId xmlns:a16="http://schemas.microsoft.com/office/drawing/2014/main" id="{4B92548C-0FAB-4D5C-862B-E926772E238E}"/>
              </a:ext>
            </a:extLst>
          </p:cNvPr>
          <p:cNvSpPr>
            <a:spLocks noGrp="1"/>
          </p:cNvSpPr>
          <p:nvPr/>
        </p:nvSpPr>
        <p:spPr>
          <a:xfrm>
            <a:off x="685800" y="4114800"/>
            <a:ext cx="10820400" cy="809625"/>
          </a:xfrm>
          <a:prstGeom prst="rect">
            <a:avLst/>
          </a:prstGeom>
          <a:solidFill>
            <a:srgbClr val="FFFFFF"/>
          </a:solidFill>
          <a:ln w="9525">
            <a:solidFill>
              <a:srgbClr val="DCE4E4"/>
            </a:solidFill>
            <a:prstDash val="solid"/>
          </a:ln>
        </p:spPr>
      </p:sp>
      <p:sp>
        <p:nvSpPr>
          <p:cNvPr id="32" name="risk-level-2">
            <a:extLst>
              <a:ext uri="{FF2B5EF4-FFF2-40B4-BE49-F238E27FC236}">
                <a16:creationId xmlns:a16="http://schemas.microsoft.com/office/drawing/2014/main" id="{F84EC254-F2F9-4E4B-A0D5-DE90A135D70F}"/>
              </a:ext>
            </a:extLst>
          </p:cNvPr>
          <p:cNvSpPr>
            <a:spLocks noGrp="1"/>
          </p:cNvSpPr>
          <p:nvPr/>
        </p:nvSpPr>
        <p:spPr>
          <a:xfrm>
            <a:off x="819150" y="4343400"/>
            <a:ext cx="552450" cy="342900"/>
          </a:xfrm>
          <a:prstGeom prst="roundRect">
            <a:avLst>
              <a:gd name="adj" fmla="val 27778"/>
            </a:avLst>
          </a:prstGeom>
          <a:solidFill>
            <a:srgbClr val="75A9C2"/>
          </a:solidFill>
          <a:ln w="0">
            <a:noFill/>
            <a:prstDash val="solid"/>
          </a:ln>
        </p:spPr>
      </p:sp>
      <p:sp>
        <p:nvSpPr>
          <p:cNvPr id="33" name="risk-num-2">
            <a:extLst>
              <a:ext uri="{FF2B5EF4-FFF2-40B4-BE49-F238E27FC236}">
                <a16:creationId xmlns:a16="http://schemas.microsoft.com/office/drawing/2014/main" id="{9C080ADC-13D6-4F08-846C-D875D71F77E9}"/>
              </a:ext>
            </a:extLst>
          </p:cNvPr>
          <p:cNvSpPr>
            <a:spLocks noGrp="1"/>
          </p:cNvSpPr>
          <p:nvPr/>
        </p:nvSpPr>
        <p:spPr>
          <a:xfrm>
            <a:off x="819150" y="4371975"/>
            <a:ext cx="552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4" name="risk-desc-2">
            <a:extLst>
              <a:ext uri="{FF2B5EF4-FFF2-40B4-BE49-F238E27FC236}">
                <a16:creationId xmlns:a16="http://schemas.microsoft.com/office/drawing/2014/main" id="{E97A5AE2-A02D-4BE3-A11D-102F651320FC}"/>
              </a:ext>
            </a:extLst>
          </p:cNvPr>
          <p:cNvSpPr>
            <a:spLocks noGrp="1"/>
          </p:cNvSpPr>
          <p:nvPr/>
        </p:nvSpPr>
        <p:spPr>
          <a:xfrm>
            <a:off x="1562100" y="4333875"/>
            <a:ext cx="30289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75" b="0">
                <a:solidFill>
                  <a:srgbClr val="64737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37B"/>
                </a:solidFill>
                <a:latin typeface="Arial"/>
                <a:ea typeface="Arial"/>
                <a:cs typeface="Arial"/>
              </a:rPr>
              <a:t>Опишите возможное препятствие</a:t>
            </a:r>
          </a:p>
        </p:txBody>
      </p:sp>
      <p:sp>
        <p:nvSpPr>
          <p:cNvPr id="35" name="risk-v1-2">
            <a:extLst>
              <a:ext uri="{FF2B5EF4-FFF2-40B4-BE49-F238E27FC236}">
                <a16:creationId xmlns:a16="http://schemas.microsoft.com/office/drawing/2014/main" id="{1C084863-0965-43ED-993F-BF204449D124}"/>
              </a:ext>
            </a:extLst>
          </p:cNvPr>
          <p:cNvSpPr>
            <a:spLocks noGrp="1"/>
          </p:cNvSpPr>
          <p:nvPr/>
        </p:nvSpPr>
        <p:spPr>
          <a:xfrm>
            <a:off x="4781550" y="4114800"/>
            <a:ext cx="9525" cy="809625"/>
          </a:xfrm>
          <a:prstGeom prst="line">
            <a:avLst/>
          </a:prstGeom>
          <a:noFill/>
          <a:ln w="9525">
            <a:solidFill>
              <a:srgbClr val="DCE4E4"/>
            </a:solidFill>
            <a:prstDash val="solid"/>
          </a:ln>
        </p:spPr>
      </p:sp>
      <p:sp>
        <p:nvSpPr>
          <p:cNvPr id="36" name="risk-signal-2">
            <a:extLst>
              <a:ext uri="{FF2B5EF4-FFF2-40B4-BE49-F238E27FC236}">
                <a16:creationId xmlns:a16="http://schemas.microsoft.com/office/drawing/2014/main" id="{71EA4B9E-1926-482B-B69E-B1DB1DF0B1A5}"/>
              </a:ext>
            </a:extLst>
          </p:cNvPr>
          <p:cNvSpPr>
            <a:spLocks noGrp="1"/>
          </p:cNvSpPr>
          <p:nvPr/>
        </p:nvSpPr>
        <p:spPr>
          <a:xfrm>
            <a:off x="5010150" y="4333875"/>
            <a:ext cx="24003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75" b="0">
                <a:solidFill>
                  <a:srgbClr val="64737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37B"/>
                </a:solidFill>
                <a:latin typeface="Arial"/>
                <a:ea typeface="Arial"/>
                <a:cs typeface="Arial"/>
              </a:rPr>
              <a:t>Что заметим?</a:t>
            </a:r>
          </a:p>
        </p:txBody>
      </p:sp>
      <p:sp>
        <p:nvSpPr>
          <p:cNvPr id="37" name="risk-v2-2">
            <a:extLst>
              <a:ext uri="{FF2B5EF4-FFF2-40B4-BE49-F238E27FC236}">
                <a16:creationId xmlns:a16="http://schemas.microsoft.com/office/drawing/2014/main" id="{47BE7DEB-569E-40EA-B285-06170367D392}"/>
              </a:ext>
            </a:extLst>
          </p:cNvPr>
          <p:cNvSpPr>
            <a:spLocks noGrp="1"/>
          </p:cNvSpPr>
          <p:nvPr/>
        </p:nvSpPr>
        <p:spPr>
          <a:xfrm>
            <a:off x="7658100" y="4114800"/>
            <a:ext cx="9525" cy="809625"/>
          </a:xfrm>
          <a:prstGeom prst="line">
            <a:avLst/>
          </a:prstGeom>
          <a:noFill/>
          <a:ln w="9525">
            <a:solidFill>
              <a:srgbClr val="DCE4E4"/>
            </a:solidFill>
            <a:prstDash val="solid"/>
          </a:ln>
        </p:spPr>
      </p:sp>
      <p:sp>
        <p:nvSpPr>
          <p:cNvPr id="38" name="risk-action-2">
            <a:extLst>
              <a:ext uri="{FF2B5EF4-FFF2-40B4-BE49-F238E27FC236}">
                <a16:creationId xmlns:a16="http://schemas.microsoft.com/office/drawing/2014/main" id="{7BF3317E-1BED-4653-BC87-93A4BC4762DA}"/>
              </a:ext>
            </a:extLst>
          </p:cNvPr>
          <p:cNvSpPr>
            <a:spLocks noGrp="1"/>
          </p:cNvSpPr>
          <p:nvPr/>
        </p:nvSpPr>
        <p:spPr>
          <a:xfrm>
            <a:off x="7905750" y="4333875"/>
            <a:ext cx="33528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75" b="0">
                <a:solidFill>
                  <a:srgbClr val="64737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37B"/>
                </a:solidFill>
                <a:latin typeface="Arial"/>
                <a:ea typeface="Arial"/>
                <a:cs typeface="Arial"/>
              </a:rPr>
              <a:t>Действие или запасной план</a:t>
            </a:r>
          </a:p>
        </p:txBody>
      </p:sp>
      <p:sp>
        <p:nvSpPr>
          <p:cNvPr id="39" name="risk-row-3">
            <a:extLst>
              <a:ext uri="{FF2B5EF4-FFF2-40B4-BE49-F238E27FC236}">
                <a16:creationId xmlns:a16="http://schemas.microsoft.com/office/drawing/2014/main" id="{CDEECB08-CD84-457E-B5AE-59450B0E3EFF}"/>
              </a:ext>
            </a:extLst>
          </p:cNvPr>
          <p:cNvSpPr>
            <a:spLocks noGrp="1"/>
          </p:cNvSpPr>
          <p:nvPr/>
        </p:nvSpPr>
        <p:spPr>
          <a:xfrm>
            <a:off x="685800" y="4924425"/>
            <a:ext cx="10820400" cy="809625"/>
          </a:xfrm>
          <a:prstGeom prst="rect">
            <a:avLst/>
          </a:prstGeom>
          <a:solidFill>
            <a:srgbClr val="EDF2F1"/>
          </a:solidFill>
          <a:ln w="9525">
            <a:solidFill>
              <a:srgbClr val="DCE4E4"/>
            </a:solidFill>
            <a:prstDash val="solid"/>
          </a:ln>
        </p:spPr>
      </p:sp>
      <p:sp>
        <p:nvSpPr>
          <p:cNvPr id="40" name="risk-level-3">
            <a:extLst>
              <a:ext uri="{FF2B5EF4-FFF2-40B4-BE49-F238E27FC236}">
                <a16:creationId xmlns:a16="http://schemas.microsoft.com/office/drawing/2014/main" id="{65B916BA-C98A-4F7F-9313-D27C2E9C8674}"/>
              </a:ext>
            </a:extLst>
          </p:cNvPr>
          <p:cNvSpPr>
            <a:spLocks noGrp="1"/>
          </p:cNvSpPr>
          <p:nvPr/>
        </p:nvSpPr>
        <p:spPr>
          <a:xfrm>
            <a:off x="819150" y="5153025"/>
            <a:ext cx="552450" cy="342900"/>
          </a:xfrm>
          <a:prstGeom prst="roundRect">
            <a:avLst>
              <a:gd name="adj" fmla="val 27778"/>
            </a:avLst>
          </a:prstGeom>
          <a:solidFill>
            <a:srgbClr val="6FAE80"/>
          </a:solidFill>
          <a:ln w="0">
            <a:noFill/>
            <a:prstDash val="solid"/>
          </a:ln>
        </p:spPr>
      </p:sp>
      <p:sp>
        <p:nvSpPr>
          <p:cNvPr id="41" name="risk-num-3">
            <a:extLst>
              <a:ext uri="{FF2B5EF4-FFF2-40B4-BE49-F238E27FC236}">
                <a16:creationId xmlns:a16="http://schemas.microsoft.com/office/drawing/2014/main" id="{0FE527DB-A1D0-4900-AC1F-E09F2DFF9EFD}"/>
              </a:ext>
            </a:extLst>
          </p:cNvPr>
          <p:cNvSpPr>
            <a:spLocks noGrp="1"/>
          </p:cNvSpPr>
          <p:nvPr/>
        </p:nvSpPr>
        <p:spPr>
          <a:xfrm>
            <a:off x="819150" y="5181600"/>
            <a:ext cx="552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2" name="risk-desc-3">
            <a:extLst>
              <a:ext uri="{FF2B5EF4-FFF2-40B4-BE49-F238E27FC236}">
                <a16:creationId xmlns:a16="http://schemas.microsoft.com/office/drawing/2014/main" id="{0F1F3A93-5BD4-470B-9B9E-84EF42DA96E3}"/>
              </a:ext>
            </a:extLst>
          </p:cNvPr>
          <p:cNvSpPr>
            <a:spLocks noGrp="1"/>
          </p:cNvSpPr>
          <p:nvPr/>
        </p:nvSpPr>
        <p:spPr>
          <a:xfrm>
            <a:off x="1562100" y="5143500"/>
            <a:ext cx="30289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75" b="0">
                <a:solidFill>
                  <a:srgbClr val="64737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37B"/>
                </a:solidFill>
                <a:latin typeface="Arial"/>
                <a:ea typeface="Arial"/>
                <a:cs typeface="Arial"/>
              </a:rPr>
              <a:t>Опишите возможное препятствие</a:t>
            </a:r>
          </a:p>
        </p:txBody>
      </p:sp>
      <p:sp>
        <p:nvSpPr>
          <p:cNvPr id="43" name="risk-v1-3">
            <a:extLst>
              <a:ext uri="{FF2B5EF4-FFF2-40B4-BE49-F238E27FC236}">
                <a16:creationId xmlns:a16="http://schemas.microsoft.com/office/drawing/2014/main" id="{7EBCA788-1F0E-4DAE-B518-D8B28CEF6AF2}"/>
              </a:ext>
            </a:extLst>
          </p:cNvPr>
          <p:cNvSpPr>
            <a:spLocks noGrp="1"/>
          </p:cNvSpPr>
          <p:nvPr/>
        </p:nvSpPr>
        <p:spPr>
          <a:xfrm>
            <a:off x="4781550" y="4924425"/>
            <a:ext cx="9525" cy="809625"/>
          </a:xfrm>
          <a:prstGeom prst="line">
            <a:avLst/>
          </a:prstGeom>
          <a:noFill/>
          <a:ln w="9525">
            <a:solidFill>
              <a:srgbClr val="DCE4E4"/>
            </a:solidFill>
            <a:prstDash val="solid"/>
          </a:ln>
        </p:spPr>
      </p:sp>
      <p:sp>
        <p:nvSpPr>
          <p:cNvPr id="44" name="risk-signal-3">
            <a:extLst>
              <a:ext uri="{FF2B5EF4-FFF2-40B4-BE49-F238E27FC236}">
                <a16:creationId xmlns:a16="http://schemas.microsoft.com/office/drawing/2014/main" id="{017DC6DD-397D-4E97-A16D-C29ACA5145CC}"/>
              </a:ext>
            </a:extLst>
          </p:cNvPr>
          <p:cNvSpPr>
            <a:spLocks noGrp="1"/>
          </p:cNvSpPr>
          <p:nvPr/>
        </p:nvSpPr>
        <p:spPr>
          <a:xfrm>
            <a:off x="5010150" y="5143500"/>
            <a:ext cx="24003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75" b="0">
                <a:solidFill>
                  <a:srgbClr val="64737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37B"/>
                </a:solidFill>
                <a:latin typeface="Arial"/>
                <a:ea typeface="Arial"/>
                <a:cs typeface="Arial"/>
              </a:rPr>
              <a:t>Что заметим?</a:t>
            </a:r>
          </a:p>
        </p:txBody>
      </p:sp>
      <p:sp>
        <p:nvSpPr>
          <p:cNvPr id="45" name="risk-v2-3">
            <a:extLst>
              <a:ext uri="{FF2B5EF4-FFF2-40B4-BE49-F238E27FC236}">
                <a16:creationId xmlns:a16="http://schemas.microsoft.com/office/drawing/2014/main" id="{6241098E-CF50-4E13-80A7-A09F021CDFA3}"/>
              </a:ext>
            </a:extLst>
          </p:cNvPr>
          <p:cNvSpPr>
            <a:spLocks noGrp="1"/>
          </p:cNvSpPr>
          <p:nvPr/>
        </p:nvSpPr>
        <p:spPr>
          <a:xfrm>
            <a:off x="7658100" y="4924425"/>
            <a:ext cx="9525" cy="809625"/>
          </a:xfrm>
          <a:prstGeom prst="line">
            <a:avLst/>
          </a:prstGeom>
          <a:noFill/>
          <a:ln w="9525">
            <a:solidFill>
              <a:srgbClr val="DCE4E4"/>
            </a:solidFill>
            <a:prstDash val="solid"/>
          </a:ln>
        </p:spPr>
      </p:sp>
      <p:sp>
        <p:nvSpPr>
          <p:cNvPr id="46" name="risk-action-3">
            <a:extLst>
              <a:ext uri="{FF2B5EF4-FFF2-40B4-BE49-F238E27FC236}">
                <a16:creationId xmlns:a16="http://schemas.microsoft.com/office/drawing/2014/main" id="{41E92BDA-8F10-4B96-B424-A0418F0A86D9}"/>
              </a:ext>
            </a:extLst>
          </p:cNvPr>
          <p:cNvSpPr>
            <a:spLocks noGrp="1"/>
          </p:cNvSpPr>
          <p:nvPr/>
        </p:nvSpPr>
        <p:spPr>
          <a:xfrm>
            <a:off x="7905750" y="5143500"/>
            <a:ext cx="33528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75" b="0">
                <a:solidFill>
                  <a:srgbClr val="64737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37B"/>
                </a:solidFill>
                <a:latin typeface="Arial"/>
                <a:ea typeface="Arial"/>
                <a:cs typeface="Arial"/>
              </a:rPr>
              <a:t>Действие или запасной план</a:t>
            </a:r>
          </a:p>
        </p:txBody>
      </p:sp>
      <p:sp>
        <p:nvSpPr>
          <p:cNvPr id="47" name="page-8">
            <a:extLst>
              <a:ext uri="{FF2B5EF4-FFF2-40B4-BE49-F238E27FC236}">
                <a16:creationId xmlns:a16="http://schemas.microsoft.com/office/drawing/2014/main" id="{F67F4C38-B5CB-497A-9F01-70811953A95A}"/>
              </a:ext>
            </a:extLst>
          </p:cNvPr>
          <p:cNvSpPr>
            <a:spLocks noGrp="1"/>
          </p:cNvSpPr>
          <p:nvPr/>
        </p:nvSpPr>
        <p:spPr>
          <a:xfrm>
            <a:off x="10915650" y="6400800"/>
            <a:ext cx="590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defRPr sz="1350" b="1">
                <a:solidFill>
                  <a:srgbClr val="91A3A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91A3A5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0021143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lide-title">
            <a:extLst>
              <a:ext uri="{FF2B5EF4-FFF2-40B4-BE49-F238E27FC236}">
                <a16:creationId xmlns:a16="http://schemas.microsoft.com/office/drawing/2014/main" id="{506F583C-EA32-4EA5-A556-374936146AA6}"/>
              </a:ext>
            </a:extLst>
          </p:cNvPr>
          <p:cNvSpPr>
            <a:spLocks noGrp="1"/>
          </p:cNvSpPr>
          <p:nvPr/>
        </p:nvSpPr>
        <p:spPr>
          <a:xfrm>
            <a:off x="685800" y="438150"/>
            <a:ext cx="108204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600" b="1">
                <a:solidFill>
                  <a:srgbClr val="20313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313A"/>
                </a:solidFill>
                <a:latin typeface="Arial"/>
                <a:ea typeface="Arial"/>
                <a:cs typeface="Arial"/>
              </a:rPr>
              <a:t>Проверка помогает улучшить результат</a:t>
            </a:r>
          </a:p>
        </p:txBody>
      </p:sp>
      <p:sp>
        <p:nvSpPr>
          <p:cNvPr id="2" name="slide-subtitle">
            <a:extLst>
              <a:ext uri="{FF2B5EF4-FFF2-40B4-BE49-F238E27FC236}">
                <a16:creationId xmlns:a16="http://schemas.microsoft.com/office/drawing/2014/main" id="{4E05E45B-681E-44D3-B731-4136FB46459A}"/>
              </a:ext>
            </a:extLst>
          </p:cNvPr>
          <p:cNvSpPr>
            <a:spLocks noGrp="1"/>
          </p:cNvSpPr>
          <p:nvPr/>
        </p:nvSpPr>
        <p:spPr>
          <a:xfrm>
            <a:off x="704850" y="1038225"/>
            <a:ext cx="10001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650" b="0">
                <a:solidFill>
                  <a:srgbClr val="64737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4737B"/>
                </a:solidFill>
                <a:latin typeface="Arial"/>
                <a:ea typeface="Arial"/>
                <a:cs typeface="Arial"/>
              </a:rPr>
              <a:t>Соберите обратную связь и решите, что оставить, а что изменить</a:t>
            </a:r>
          </a:p>
        </p:txBody>
      </p:sp>
      <p:sp>
        <p:nvSpPr>
          <p:cNvPr id="3" name="progress-1">
            <a:extLst>
              <a:ext uri="{FF2B5EF4-FFF2-40B4-BE49-F238E27FC236}">
                <a16:creationId xmlns:a16="http://schemas.microsoft.com/office/drawing/2014/main" id="{BEDB9FBA-BF0E-4BFF-8514-86E5D2CE34E0}"/>
              </a:ext>
            </a:extLst>
          </p:cNvPr>
          <p:cNvSpPr>
            <a:spLocks noGrp="1"/>
          </p:cNvSpPr>
          <p:nvPr/>
        </p:nvSpPr>
        <p:spPr>
          <a:xfrm>
            <a:off x="685800" y="1438275"/>
            <a:ext cx="1739900" cy="57150"/>
          </a:xfrm>
          <a:prstGeom prst="roundRect">
            <a:avLst>
              <a:gd name="adj" fmla="val 50000"/>
            </a:avLst>
          </a:prstGeom>
          <a:solidFill>
            <a:srgbClr val="E9785B"/>
          </a:solidFill>
          <a:ln w="0">
            <a:noFill/>
            <a:prstDash val="solid"/>
          </a:ln>
        </p:spPr>
      </p:sp>
      <p:sp>
        <p:nvSpPr>
          <p:cNvPr id="4" name="progress-2">
            <a:extLst>
              <a:ext uri="{FF2B5EF4-FFF2-40B4-BE49-F238E27FC236}">
                <a16:creationId xmlns:a16="http://schemas.microsoft.com/office/drawing/2014/main" id="{8D12DBB4-830A-4A5F-B7E6-48274160B30C}"/>
              </a:ext>
            </a:extLst>
          </p:cNvPr>
          <p:cNvSpPr>
            <a:spLocks noGrp="1"/>
          </p:cNvSpPr>
          <p:nvPr/>
        </p:nvSpPr>
        <p:spPr>
          <a:xfrm>
            <a:off x="2501900" y="1438275"/>
            <a:ext cx="1739900" cy="57150"/>
          </a:xfrm>
          <a:prstGeom prst="roundRect">
            <a:avLst>
              <a:gd name="adj" fmla="val 50000"/>
            </a:avLst>
          </a:prstGeom>
          <a:solidFill>
            <a:srgbClr val="E8B04A"/>
          </a:solidFill>
          <a:ln w="0">
            <a:noFill/>
            <a:prstDash val="solid"/>
          </a:ln>
        </p:spPr>
      </p:sp>
      <p:sp>
        <p:nvSpPr>
          <p:cNvPr id="5" name="progress-3">
            <a:extLst>
              <a:ext uri="{FF2B5EF4-FFF2-40B4-BE49-F238E27FC236}">
                <a16:creationId xmlns:a16="http://schemas.microsoft.com/office/drawing/2014/main" id="{6A9C26F2-8A9C-4FD8-ADE8-BCF489CC0117}"/>
              </a:ext>
            </a:extLst>
          </p:cNvPr>
          <p:cNvSpPr>
            <a:spLocks noGrp="1"/>
          </p:cNvSpPr>
          <p:nvPr/>
        </p:nvSpPr>
        <p:spPr>
          <a:xfrm>
            <a:off x="4318000" y="1438275"/>
            <a:ext cx="1739900" cy="57150"/>
          </a:xfrm>
          <a:prstGeom prst="roundRect">
            <a:avLst>
              <a:gd name="adj" fmla="val 50000"/>
            </a:avLst>
          </a:prstGeom>
          <a:solidFill>
            <a:srgbClr val="75A9C2"/>
          </a:solidFill>
          <a:ln w="0">
            <a:noFill/>
            <a:prstDash val="solid"/>
          </a:ln>
        </p:spPr>
      </p:sp>
      <p:sp>
        <p:nvSpPr>
          <p:cNvPr id="6" name="progress-4">
            <a:extLst>
              <a:ext uri="{FF2B5EF4-FFF2-40B4-BE49-F238E27FC236}">
                <a16:creationId xmlns:a16="http://schemas.microsoft.com/office/drawing/2014/main" id="{634B5948-3F51-4E44-B207-42DAEAEC0114}"/>
              </a:ext>
            </a:extLst>
          </p:cNvPr>
          <p:cNvSpPr>
            <a:spLocks noGrp="1"/>
          </p:cNvSpPr>
          <p:nvPr/>
        </p:nvSpPr>
        <p:spPr>
          <a:xfrm>
            <a:off x="6134100" y="1438275"/>
            <a:ext cx="1739900" cy="57150"/>
          </a:xfrm>
          <a:prstGeom prst="roundRect">
            <a:avLst>
              <a:gd name="adj" fmla="val 50000"/>
            </a:avLst>
          </a:prstGeom>
          <a:solidFill>
            <a:srgbClr val="3B8C88"/>
          </a:solidFill>
          <a:ln w="0">
            <a:noFill/>
            <a:prstDash val="solid"/>
          </a:ln>
        </p:spPr>
      </p:sp>
      <p:sp>
        <p:nvSpPr>
          <p:cNvPr id="7" name="progress-5">
            <a:extLst>
              <a:ext uri="{FF2B5EF4-FFF2-40B4-BE49-F238E27FC236}">
                <a16:creationId xmlns:a16="http://schemas.microsoft.com/office/drawing/2014/main" id="{F6D06FBB-D96F-4AF1-9310-03DA09445ACA}"/>
              </a:ext>
            </a:extLst>
          </p:cNvPr>
          <p:cNvSpPr>
            <a:spLocks noGrp="1"/>
          </p:cNvSpPr>
          <p:nvPr/>
        </p:nvSpPr>
        <p:spPr>
          <a:xfrm>
            <a:off x="7950200" y="1438275"/>
            <a:ext cx="1739900" cy="57150"/>
          </a:xfrm>
          <a:prstGeom prst="roundRect">
            <a:avLst>
              <a:gd name="adj" fmla="val 50000"/>
            </a:avLst>
          </a:prstGeom>
          <a:solidFill>
            <a:srgbClr val="6FAE80"/>
          </a:solidFill>
          <a:ln w="0">
            <a:noFill/>
            <a:prstDash val="solid"/>
          </a:ln>
        </p:spPr>
      </p:sp>
      <p:sp>
        <p:nvSpPr>
          <p:cNvPr id="8" name="progress-6">
            <a:extLst>
              <a:ext uri="{FF2B5EF4-FFF2-40B4-BE49-F238E27FC236}">
                <a16:creationId xmlns:a16="http://schemas.microsoft.com/office/drawing/2014/main" id="{23F09207-0476-467C-A85B-C5E575B113EF}"/>
              </a:ext>
            </a:extLst>
          </p:cNvPr>
          <p:cNvSpPr>
            <a:spLocks noGrp="1"/>
          </p:cNvSpPr>
          <p:nvPr/>
        </p:nvSpPr>
        <p:spPr>
          <a:xfrm>
            <a:off x="9766300" y="1438275"/>
            <a:ext cx="1739900" cy="57150"/>
          </a:xfrm>
          <a:prstGeom prst="roundRect">
            <a:avLst>
              <a:gd name="adj" fmla="val 50000"/>
            </a:avLst>
          </a:prstGeom>
          <a:solidFill>
            <a:srgbClr val="DCE4E4"/>
          </a:solidFill>
          <a:ln w="0">
            <a:noFill/>
            <a:prstDash val="solid"/>
          </a:ln>
        </p:spPr>
      </p:sp>
      <p:sp>
        <p:nvSpPr>
          <p:cNvPr id="9" name="check-route-0">
            <a:extLst>
              <a:ext uri="{FF2B5EF4-FFF2-40B4-BE49-F238E27FC236}">
                <a16:creationId xmlns:a16="http://schemas.microsoft.com/office/drawing/2014/main" id="{8BD181BA-4645-4BB4-A78B-40518B80BF0F}"/>
              </a:ext>
            </a:extLst>
          </p:cNvPr>
          <p:cNvSpPr>
            <a:spLocks noGrp="1"/>
          </p:cNvSpPr>
          <p:nvPr/>
        </p:nvSpPr>
        <p:spPr>
          <a:xfrm>
            <a:off x="2686050" y="3276600"/>
            <a:ext cx="1962150" cy="9525"/>
          </a:xfrm>
          <a:prstGeom prst="line">
            <a:avLst/>
          </a:prstGeom>
          <a:noFill/>
          <a:ln w="38100">
            <a:solidFill>
              <a:srgbClr val="91A3A5"/>
            </a:solidFill>
            <a:prstDash val="solid"/>
          </a:ln>
        </p:spPr>
      </p:sp>
      <p:sp>
        <p:nvSpPr>
          <p:cNvPr id="10" name="check-route-1">
            <a:extLst>
              <a:ext uri="{FF2B5EF4-FFF2-40B4-BE49-F238E27FC236}">
                <a16:creationId xmlns:a16="http://schemas.microsoft.com/office/drawing/2014/main" id="{5EF83458-BB19-4DB4-9811-F0A36F624644}"/>
              </a:ext>
            </a:extLst>
          </p:cNvPr>
          <p:cNvSpPr>
            <a:spLocks noGrp="1"/>
          </p:cNvSpPr>
          <p:nvPr/>
        </p:nvSpPr>
        <p:spPr>
          <a:xfrm>
            <a:off x="6096000" y="3276600"/>
            <a:ext cx="1962150" cy="9525"/>
          </a:xfrm>
          <a:prstGeom prst="line">
            <a:avLst/>
          </a:prstGeom>
          <a:noFill/>
          <a:ln w="38100">
            <a:solidFill>
              <a:srgbClr val="91A3A5"/>
            </a:solidFill>
            <a:prstDash val="solid"/>
          </a:ln>
        </p:spPr>
      </p:sp>
      <p:sp>
        <p:nvSpPr>
          <p:cNvPr id="11" name="check-num-circle-0">
            <a:extLst>
              <a:ext uri="{FF2B5EF4-FFF2-40B4-BE49-F238E27FC236}">
                <a16:creationId xmlns:a16="http://schemas.microsoft.com/office/drawing/2014/main" id="{E133FBF6-976B-4B34-B2FE-29708537F33E}"/>
              </a:ext>
            </a:extLst>
          </p:cNvPr>
          <p:cNvSpPr>
            <a:spLocks noGrp="1"/>
          </p:cNvSpPr>
          <p:nvPr/>
        </p:nvSpPr>
        <p:spPr>
          <a:xfrm>
            <a:off x="1352550" y="2457450"/>
            <a:ext cx="723900" cy="723900"/>
          </a:xfrm>
          <a:prstGeom prst="ellipse">
            <a:avLst/>
          </a:prstGeom>
          <a:solidFill>
            <a:srgbClr val="75A9C2"/>
          </a:solidFill>
          <a:ln w="0">
            <a:noFill/>
            <a:prstDash val="solid"/>
          </a:ln>
        </p:spPr>
      </p:sp>
      <p:sp>
        <p:nvSpPr>
          <p:cNvPr id="12" name="check-num-0">
            <a:extLst>
              <a:ext uri="{FF2B5EF4-FFF2-40B4-BE49-F238E27FC236}">
                <a16:creationId xmlns:a16="http://schemas.microsoft.com/office/drawing/2014/main" id="{10171889-77CF-4BA7-AC1B-F00011DBCB66}"/>
              </a:ext>
            </a:extLst>
          </p:cNvPr>
          <p:cNvSpPr>
            <a:spLocks noGrp="1"/>
          </p:cNvSpPr>
          <p:nvPr/>
        </p:nvSpPr>
        <p:spPr>
          <a:xfrm>
            <a:off x="1352550" y="2457450"/>
            <a:ext cx="7239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3" name="check-title-0">
            <a:extLst>
              <a:ext uri="{FF2B5EF4-FFF2-40B4-BE49-F238E27FC236}">
                <a16:creationId xmlns:a16="http://schemas.microsoft.com/office/drawing/2014/main" id="{9E251216-CDC8-41C4-B5F7-5B59D8BB57C6}"/>
              </a:ext>
            </a:extLst>
          </p:cNvPr>
          <p:cNvSpPr>
            <a:spLocks noGrp="1"/>
          </p:cNvSpPr>
          <p:nvPr/>
        </p:nvSpPr>
        <p:spPr>
          <a:xfrm>
            <a:off x="1238250" y="3486150"/>
            <a:ext cx="27241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50" b="1">
                <a:solidFill>
                  <a:srgbClr val="20313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0313A"/>
                </a:solidFill>
                <a:latin typeface="Arial"/>
                <a:ea typeface="Arial"/>
                <a:cs typeface="Arial"/>
              </a:rPr>
              <a:t>Что проверяем</a:t>
            </a:r>
          </a:p>
        </p:txBody>
      </p:sp>
      <p:sp>
        <p:nvSpPr>
          <p:cNvPr id="14" name="check-sub-0">
            <a:extLst>
              <a:ext uri="{FF2B5EF4-FFF2-40B4-BE49-F238E27FC236}">
                <a16:creationId xmlns:a16="http://schemas.microsoft.com/office/drawing/2014/main" id="{B3F267B8-1381-420D-9760-1172459219CF}"/>
              </a:ext>
            </a:extLst>
          </p:cNvPr>
          <p:cNvSpPr>
            <a:spLocks noGrp="1"/>
          </p:cNvSpPr>
          <p:nvPr/>
        </p:nvSpPr>
        <p:spPr>
          <a:xfrm>
            <a:off x="1238250" y="4000500"/>
            <a:ext cx="27241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75" b="0">
                <a:solidFill>
                  <a:srgbClr val="64737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37B"/>
                </a:solidFill>
                <a:latin typeface="Arial"/>
                <a:ea typeface="Arial"/>
                <a:cs typeface="Arial"/>
              </a:rPr>
              <a:t>Критерий качества</a:t>
            </a:r>
          </a:p>
        </p:txBody>
      </p:sp>
      <p:sp>
        <p:nvSpPr>
          <p:cNvPr id="15" name="check-line-0-1">
            <a:extLst>
              <a:ext uri="{FF2B5EF4-FFF2-40B4-BE49-F238E27FC236}">
                <a16:creationId xmlns:a16="http://schemas.microsoft.com/office/drawing/2014/main" id="{BAB2765A-FA64-4272-BCC6-3EE8C62B3AAC}"/>
              </a:ext>
            </a:extLst>
          </p:cNvPr>
          <p:cNvSpPr>
            <a:spLocks noGrp="1"/>
          </p:cNvSpPr>
          <p:nvPr/>
        </p:nvSpPr>
        <p:spPr>
          <a:xfrm>
            <a:off x="1238250" y="4629150"/>
            <a:ext cx="2533650" cy="9525"/>
          </a:xfrm>
          <a:prstGeom prst="line">
            <a:avLst/>
          </a:prstGeom>
          <a:noFill/>
          <a:ln w="19050">
            <a:solidFill>
              <a:srgbClr val="DCE4E4"/>
            </a:solidFill>
            <a:prstDash val="solid"/>
          </a:ln>
        </p:spPr>
      </p:sp>
      <p:sp>
        <p:nvSpPr>
          <p:cNvPr id="16" name="check-line-0-2">
            <a:extLst>
              <a:ext uri="{FF2B5EF4-FFF2-40B4-BE49-F238E27FC236}">
                <a16:creationId xmlns:a16="http://schemas.microsoft.com/office/drawing/2014/main" id="{2566D910-F3FE-4BB5-B21C-B3745FB83BF5}"/>
              </a:ext>
            </a:extLst>
          </p:cNvPr>
          <p:cNvSpPr>
            <a:spLocks noGrp="1"/>
          </p:cNvSpPr>
          <p:nvPr/>
        </p:nvSpPr>
        <p:spPr>
          <a:xfrm>
            <a:off x="1238250" y="5067300"/>
            <a:ext cx="2533650" cy="9525"/>
          </a:xfrm>
          <a:prstGeom prst="line">
            <a:avLst/>
          </a:prstGeom>
          <a:noFill/>
          <a:ln w="19050">
            <a:solidFill>
              <a:srgbClr val="DCE4E4"/>
            </a:solidFill>
            <a:prstDash val="solid"/>
          </a:ln>
        </p:spPr>
      </p:sp>
      <p:sp>
        <p:nvSpPr>
          <p:cNvPr id="17" name="check-num-circle-1">
            <a:extLst>
              <a:ext uri="{FF2B5EF4-FFF2-40B4-BE49-F238E27FC236}">
                <a16:creationId xmlns:a16="http://schemas.microsoft.com/office/drawing/2014/main" id="{DB1886E8-0D0D-4736-9652-A2B45C8662F9}"/>
              </a:ext>
            </a:extLst>
          </p:cNvPr>
          <p:cNvSpPr>
            <a:spLocks noGrp="1"/>
          </p:cNvSpPr>
          <p:nvPr/>
        </p:nvSpPr>
        <p:spPr>
          <a:xfrm>
            <a:off x="4762500" y="2457450"/>
            <a:ext cx="723900" cy="723900"/>
          </a:xfrm>
          <a:prstGeom prst="ellipse">
            <a:avLst/>
          </a:prstGeom>
          <a:solidFill>
            <a:srgbClr val="E8B04A"/>
          </a:solidFill>
          <a:ln w="0">
            <a:noFill/>
            <a:prstDash val="solid"/>
          </a:ln>
        </p:spPr>
      </p:sp>
      <p:sp>
        <p:nvSpPr>
          <p:cNvPr id="18" name="check-num-1">
            <a:extLst>
              <a:ext uri="{FF2B5EF4-FFF2-40B4-BE49-F238E27FC236}">
                <a16:creationId xmlns:a16="http://schemas.microsoft.com/office/drawing/2014/main" id="{32E0D39D-1CB8-4F5B-8ED9-009070CA1B97}"/>
              </a:ext>
            </a:extLst>
          </p:cNvPr>
          <p:cNvSpPr>
            <a:spLocks noGrp="1"/>
          </p:cNvSpPr>
          <p:nvPr/>
        </p:nvSpPr>
        <p:spPr>
          <a:xfrm>
            <a:off x="4762500" y="2457450"/>
            <a:ext cx="7239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9" name="check-title-1">
            <a:extLst>
              <a:ext uri="{FF2B5EF4-FFF2-40B4-BE49-F238E27FC236}">
                <a16:creationId xmlns:a16="http://schemas.microsoft.com/office/drawing/2014/main" id="{24211D57-90B2-4014-BBB3-07D65A30797B}"/>
              </a:ext>
            </a:extLst>
          </p:cNvPr>
          <p:cNvSpPr>
            <a:spLocks noGrp="1"/>
          </p:cNvSpPr>
          <p:nvPr/>
        </p:nvSpPr>
        <p:spPr>
          <a:xfrm>
            <a:off x="4648200" y="3486150"/>
            <a:ext cx="27241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50" b="1">
                <a:solidFill>
                  <a:srgbClr val="20313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0313A"/>
                </a:solidFill>
                <a:latin typeface="Arial"/>
                <a:ea typeface="Arial"/>
                <a:cs typeface="Arial"/>
              </a:rPr>
              <a:t>Как измеряем</a:t>
            </a:r>
          </a:p>
        </p:txBody>
      </p:sp>
      <p:sp>
        <p:nvSpPr>
          <p:cNvPr id="20" name="check-sub-1">
            <a:extLst>
              <a:ext uri="{FF2B5EF4-FFF2-40B4-BE49-F238E27FC236}">
                <a16:creationId xmlns:a16="http://schemas.microsoft.com/office/drawing/2014/main" id="{14EE9DFF-C03D-40DD-9356-8C88966E9DE7}"/>
              </a:ext>
            </a:extLst>
          </p:cNvPr>
          <p:cNvSpPr>
            <a:spLocks noGrp="1"/>
          </p:cNvSpPr>
          <p:nvPr/>
        </p:nvSpPr>
        <p:spPr>
          <a:xfrm>
            <a:off x="4648200" y="4000500"/>
            <a:ext cx="27241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75" b="0">
                <a:solidFill>
                  <a:srgbClr val="64737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37B"/>
                </a:solidFill>
                <a:latin typeface="Arial"/>
                <a:ea typeface="Arial"/>
                <a:cs typeface="Arial"/>
              </a:rPr>
              <a:t>Метод или показатель</a:t>
            </a:r>
          </a:p>
        </p:txBody>
      </p:sp>
      <p:sp>
        <p:nvSpPr>
          <p:cNvPr id="21" name="check-line-1-1">
            <a:extLst>
              <a:ext uri="{FF2B5EF4-FFF2-40B4-BE49-F238E27FC236}">
                <a16:creationId xmlns:a16="http://schemas.microsoft.com/office/drawing/2014/main" id="{1A24F326-6B03-4D67-87C1-642413FDA3A5}"/>
              </a:ext>
            </a:extLst>
          </p:cNvPr>
          <p:cNvSpPr>
            <a:spLocks noGrp="1"/>
          </p:cNvSpPr>
          <p:nvPr/>
        </p:nvSpPr>
        <p:spPr>
          <a:xfrm>
            <a:off x="4648200" y="4629150"/>
            <a:ext cx="2533650" cy="9525"/>
          </a:xfrm>
          <a:prstGeom prst="line">
            <a:avLst/>
          </a:prstGeom>
          <a:noFill/>
          <a:ln w="19050">
            <a:solidFill>
              <a:srgbClr val="DCE4E4"/>
            </a:solidFill>
            <a:prstDash val="solid"/>
          </a:ln>
        </p:spPr>
      </p:sp>
      <p:sp>
        <p:nvSpPr>
          <p:cNvPr id="22" name="check-line-1-2">
            <a:extLst>
              <a:ext uri="{FF2B5EF4-FFF2-40B4-BE49-F238E27FC236}">
                <a16:creationId xmlns:a16="http://schemas.microsoft.com/office/drawing/2014/main" id="{676E0093-F58B-4793-984D-51F7CB458FC3}"/>
              </a:ext>
            </a:extLst>
          </p:cNvPr>
          <p:cNvSpPr>
            <a:spLocks noGrp="1"/>
          </p:cNvSpPr>
          <p:nvPr/>
        </p:nvSpPr>
        <p:spPr>
          <a:xfrm>
            <a:off x="4648200" y="5067300"/>
            <a:ext cx="2533650" cy="9525"/>
          </a:xfrm>
          <a:prstGeom prst="line">
            <a:avLst/>
          </a:prstGeom>
          <a:noFill/>
          <a:ln w="19050">
            <a:solidFill>
              <a:srgbClr val="DCE4E4"/>
            </a:solidFill>
            <a:prstDash val="solid"/>
          </a:ln>
        </p:spPr>
      </p:sp>
      <p:sp>
        <p:nvSpPr>
          <p:cNvPr id="23" name="check-num-circle-2">
            <a:extLst>
              <a:ext uri="{FF2B5EF4-FFF2-40B4-BE49-F238E27FC236}">
                <a16:creationId xmlns:a16="http://schemas.microsoft.com/office/drawing/2014/main" id="{73BF1CCC-4C36-49C4-8163-6E038EF396A8}"/>
              </a:ext>
            </a:extLst>
          </p:cNvPr>
          <p:cNvSpPr>
            <a:spLocks noGrp="1"/>
          </p:cNvSpPr>
          <p:nvPr/>
        </p:nvSpPr>
        <p:spPr>
          <a:xfrm>
            <a:off x="8172450" y="2457450"/>
            <a:ext cx="723900" cy="723900"/>
          </a:xfrm>
          <a:prstGeom prst="ellipse">
            <a:avLst/>
          </a:prstGeom>
          <a:solidFill>
            <a:srgbClr val="6FAE80"/>
          </a:solidFill>
          <a:ln w="0">
            <a:noFill/>
            <a:prstDash val="solid"/>
          </a:ln>
        </p:spPr>
      </p:sp>
      <p:sp>
        <p:nvSpPr>
          <p:cNvPr id="24" name="check-num-2">
            <a:extLst>
              <a:ext uri="{FF2B5EF4-FFF2-40B4-BE49-F238E27FC236}">
                <a16:creationId xmlns:a16="http://schemas.microsoft.com/office/drawing/2014/main" id="{200F92B2-0025-43E6-B25D-8F6543E1B4D2}"/>
              </a:ext>
            </a:extLst>
          </p:cNvPr>
          <p:cNvSpPr>
            <a:spLocks noGrp="1"/>
          </p:cNvSpPr>
          <p:nvPr/>
        </p:nvSpPr>
        <p:spPr>
          <a:xfrm>
            <a:off x="8172450" y="2457450"/>
            <a:ext cx="7239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5" name="check-title-2">
            <a:extLst>
              <a:ext uri="{FF2B5EF4-FFF2-40B4-BE49-F238E27FC236}">
                <a16:creationId xmlns:a16="http://schemas.microsoft.com/office/drawing/2014/main" id="{16C2465E-0A98-4B4F-89C9-E86C9FA54FBF}"/>
              </a:ext>
            </a:extLst>
          </p:cNvPr>
          <p:cNvSpPr>
            <a:spLocks noGrp="1"/>
          </p:cNvSpPr>
          <p:nvPr/>
        </p:nvSpPr>
        <p:spPr>
          <a:xfrm>
            <a:off x="8058150" y="3486150"/>
            <a:ext cx="27241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50" b="1">
                <a:solidFill>
                  <a:srgbClr val="20313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0313A"/>
                </a:solidFill>
                <a:latin typeface="Arial"/>
                <a:ea typeface="Arial"/>
                <a:cs typeface="Arial"/>
              </a:rPr>
              <a:t>Что меняем</a:t>
            </a:r>
          </a:p>
        </p:txBody>
      </p:sp>
      <p:sp>
        <p:nvSpPr>
          <p:cNvPr id="26" name="check-sub-2">
            <a:extLst>
              <a:ext uri="{FF2B5EF4-FFF2-40B4-BE49-F238E27FC236}">
                <a16:creationId xmlns:a16="http://schemas.microsoft.com/office/drawing/2014/main" id="{A460111A-9211-4866-84CF-AABCC5523C85}"/>
              </a:ext>
            </a:extLst>
          </p:cNvPr>
          <p:cNvSpPr>
            <a:spLocks noGrp="1"/>
          </p:cNvSpPr>
          <p:nvPr/>
        </p:nvSpPr>
        <p:spPr>
          <a:xfrm>
            <a:off x="8058150" y="4000500"/>
            <a:ext cx="27241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75" b="0">
                <a:solidFill>
                  <a:srgbClr val="64737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37B"/>
                </a:solidFill>
                <a:latin typeface="Arial"/>
                <a:ea typeface="Arial"/>
                <a:cs typeface="Arial"/>
              </a:rPr>
              <a:t>Решение по итогам</a:t>
            </a:r>
          </a:p>
        </p:txBody>
      </p:sp>
      <p:sp>
        <p:nvSpPr>
          <p:cNvPr id="27" name="check-line-2-1">
            <a:extLst>
              <a:ext uri="{FF2B5EF4-FFF2-40B4-BE49-F238E27FC236}">
                <a16:creationId xmlns:a16="http://schemas.microsoft.com/office/drawing/2014/main" id="{0C63A763-B728-4B83-B2E8-0B2C4CE20577}"/>
              </a:ext>
            </a:extLst>
          </p:cNvPr>
          <p:cNvSpPr>
            <a:spLocks noGrp="1"/>
          </p:cNvSpPr>
          <p:nvPr/>
        </p:nvSpPr>
        <p:spPr>
          <a:xfrm>
            <a:off x="8058150" y="4629150"/>
            <a:ext cx="2533650" cy="9525"/>
          </a:xfrm>
          <a:prstGeom prst="line">
            <a:avLst/>
          </a:prstGeom>
          <a:noFill/>
          <a:ln w="19050">
            <a:solidFill>
              <a:srgbClr val="DCE4E4"/>
            </a:solidFill>
            <a:prstDash val="solid"/>
          </a:ln>
        </p:spPr>
      </p:sp>
      <p:sp>
        <p:nvSpPr>
          <p:cNvPr id="28" name="check-line-2-2">
            <a:extLst>
              <a:ext uri="{FF2B5EF4-FFF2-40B4-BE49-F238E27FC236}">
                <a16:creationId xmlns:a16="http://schemas.microsoft.com/office/drawing/2014/main" id="{ECC67A91-A501-4A9A-9CFC-D69E3B2E089C}"/>
              </a:ext>
            </a:extLst>
          </p:cNvPr>
          <p:cNvSpPr>
            <a:spLocks noGrp="1"/>
          </p:cNvSpPr>
          <p:nvPr/>
        </p:nvSpPr>
        <p:spPr>
          <a:xfrm>
            <a:off x="8058150" y="5067300"/>
            <a:ext cx="2533650" cy="9525"/>
          </a:xfrm>
          <a:prstGeom prst="line">
            <a:avLst/>
          </a:prstGeom>
          <a:noFill/>
          <a:ln w="19050">
            <a:solidFill>
              <a:srgbClr val="DCE4E4"/>
            </a:solidFill>
            <a:prstDash val="solid"/>
          </a:ln>
        </p:spPr>
      </p:sp>
      <p:sp>
        <p:nvSpPr>
          <p:cNvPr id="29" name="check-ready-box">
            <a:extLst>
              <a:ext uri="{FF2B5EF4-FFF2-40B4-BE49-F238E27FC236}">
                <a16:creationId xmlns:a16="http://schemas.microsoft.com/office/drawing/2014/main" id="{53129854-1551-4B2B-9302-3F698BD0DE9A}"/>
              </a:ext>
            </a:extLst>
          </p:cNvPr>
          <p:cNvSpPr>
            <a:spLocks noGrp="1"/>
          </p:cNvSpPr>
          <p:nvPr/>
        </p:nvSpPr>
        <p:spPr>
          <a:xfrm>
            <a:off x="2543175" y="5657850"/>
            <a:ext cx="3295650" cy="514350"/>
          </a:xfrm>
          <a:prstGeom prst="roundRect">
            <a:avLst>
              <a:gd name="adj" fmla="val 25926"/>
            </a:avLst>
          </a:prstGeom>
          <a:solidFill>
            <a:srgbClr val="6FAE80"/>
          </a:solidFill>
          <a:ln w="0">
            <a:noFill/>
            <a:prstDash val="solid"/>
          </a:ln>
        </p:spPr>
      </p:sp>
      <p:sp>
        <p:nvSpPr>
          <p:cNvPr id="30" name="check-ready-text">
            <a:extLst>
              <a:ext uri="{FF2B5EF4-FFF2-40B4-BE49-F238E27FC236}">
                <a16:creationId xmlns:a16="http://schemas.microsoft.com/office/drawing/2014/main" id="{F772E406-BAE3-4C68-A3EE-10DBECD5A804}"/>
              </a:ext>
            </a:extLst>
          </p:cNvPr>
          <p:cNvSpPr>
            <a:spLocks noGrp="1"/>
          </p:cNvSpPr>
          <p:nvPr/>
        </p:nvSpPr>
        <p:spPr>
          <a:xfrm>
            <a:off x="2705100" y="5753100"/>
            <a:ext cx="2971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ГОТОВО К РЕЗУЛЬТАТУ</a:t>
            </a:r>
          </a:p>
        </p:txBody>
      </p:sp>
      <p:sp>
        <p:nvSpPr>
          <p:cNvPr id="31" name="check-rework-box">
            <a:extLst>
              <a:ext uri="{FF2B5EF4-FFF2-40B4-BE49-F238E27FC236}">
                <a16:creationId xmlns:a16="http://schemas.microsoft.com/office/drawing/2014/main" id="{61BD72F1-4D99-4E5D-8E25-BF91C94A3039}"/>
              </a:ext>
            </a:extLst>
          </p:cNvPr>
          <p:cNvSpPr>
            <a:spLocks noGrp="1"/>
          </p:cNvSpPr>
          <p:nvPr/>
        </p:nvSpPr>
        <p:spPr>
          <a:xfrm>
            <a:off x="6353175" y="5657850"/>
            <a:ext cx="3295650" cy="514350"/>
          </a:xfrm>
          <a:prstGeom prst="roundRect">
            <a:avLst>
              <a:gd name="adj" fmla="val 25926"/>
            </a:avLst>
          </a:prstGeom>
          <a:solidFill>
            <a:srgbClr val="FFFFFF"/>
          </a:solidFill>
          <a:ln w="23813">
            <a:solidFill>
              <a:srgbClr val="E9785B"/>
            </a:solidFill>
            <a:prstDash val="solid"/>
          </a:ln>
        </p:spPr>
      </p:sp>
      <p:sp>
        <p:nvSpPr>
          <p:cNvPr id="32" name="check-rework-text">
            <a:extLst>
              <a:ext uri="{FF2B5EF4-FFF2-40B4-BE49-F238E27FC236}">
                <a16:creationId xmlns:a16="http://schemas.microsoft.com/office/drawing/2014/main" id="{5BD0B9E7-E870-4168-885C-94CAE04ACBCD}"/>
              </a:ext>
            </a:extLst>
          </p:cNvPr>
          <p:cNvSpPr>
            <a:spLocks noGrp="1"/>
          </p:cNvSpPr>
          <p:nvPr/>
        </p:nvSpPr>
        <p:spPr>
          <a:xfrm>
            <a:off x="6515100" y="5753100"/>
            <a:ext cx="2971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575" b="1">
                <a:solidFill>
                  <a:srgbClr val="E9785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E9785B"/>
                </a:solidFill>
                <a:latin typeface="Arial"/>
                <a:ea typeface="Arial"/>
                <a:cs typeface="Arial"/>
              </a:rPr>
              <a:t>НУЖНА ДОРАБОТКА</a:t>
            </a:r>
          </a:p>
        </p:txBody>
      </p:sp>
      <p:sp>
        <p:nvSpPr>
          <p:cNvPr id="33" name="page-9">
            <a:extLst>
              <a:ext uri="{FF2B5EF4-FFF2-40B4-BE49-F238E27FC236}">
                <a16:creationId xmlns:a16="http://schemas.microsoft.com/office/drawing/2014/main" id="{A14CD483-C99E-4872-B102-ACA6D78D6AD6}"/>
              </a:ext>
            </a:extLst>
          </p:cNvPr>
          <p:cNvSpPr>
            <a:spLocks noGrp="1"/>
          </p:cNvSpPr>
          <p:nvPr/>
        </p:nvSpPr>
        <p:spPr>
          <a:xfrm>
            <a:off x="10915650" y="6400800"/>
            <a:ext cx="590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defRPr sz="1350" b="1">
                <a:solidFill>
                  <a:srgbClr val="91A3A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91A3A5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0276887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75C6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inal-eyebrow">
            <a:extLst>
              <a:ext uri="{FF2B5EF4-FFF2-40B4-BE49-F238E27FC236}">
                <a16:creationId xmlns:a16="http://schemas.microsoft.com/office/drawing/2014/main" id="{4AC2096F-DF59-4C6D-AAC6-6FB415353EFB}"/>
              </a:ext>
            </a:extLst>
          </p:cNvPr>
          <p:cNvSpPr>
            <a:spLocks noGrp="1"/>
          </p:cNvSpPr>
          <p:nvPr/>
        </p:nvSpPr>
        <p:spPr>
          <a:xfrm>
            <a:off x="704850" y="552450"/>
            <a:ext cx="4095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00" b="1">
                <a:solidFill>
                  <a:srgbClr val="6FAE8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FAE80"/>
                </a:solidFill>
                <a:latin typeface="Arial"/>
                <a:ea typeface="Arial"/>
                <a:cs typeface="Arial"/>
              </a:rPr>
              <a:t>ФИКСИРУЕМ ИТОГ</a:t>
            </a:r>
          </a:p>
        </p:txBody>
      </p:sp>
      <p:sp>
        <p:nvSpPr>
          <p:cNvPr id="2" name="final-title">
            <a:extLst>
              <a:ext uri="{FF2B5EF4-FFF2-40B4-BE49-F238E27FC236}">
                <a16:creationId xmlns:a16="http://schemas.microsoft.com/office/drawing/2014/main" id="{E34D269F-DA1F-41A9-8770-4938186FD00F}"/>
              </a:ext>
            </a:extLst>
          </p:cNvPr>
          <p:cNvSpPr>
            <a:spLocks noGrp="1"/>
          </p:cNvSpPr>
          <p:nvPr/>
        </p:nvSpPr>
        <p:spPr>
          <a:xfrm>
            <a:off x="685800" y="1066800"/>
            <a:ext cx="7810500" cy="1314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Результат</a:t>
            </a:r>
            <a:r>
              <a:rPr sz="43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— это </a:t>
            </a:r>
            <a:r>
              <a:rPr sz="4350" b="1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не</a:t>
            </a:r>
            <a:r>
              <a:rPr sz="43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4350" b="1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конец</a:t>
            </a:r>
            <a:r>
              <a:rPr sz="43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,</a:t>
            </a:r>
          </a:p>
          <a:p>
            <a:pPr algn="l"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а </a:t>
            </a:r>
            <a:r>
              <a:rPr sz="4350" b="1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следующий</a:t>
            </a:r>
            <a:r>
              <a:rPr sz="43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4350" b="1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шаг</a:t>
            </a:r>
            <a:endParaRPr sz="4350" b="1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final-subtitle">
            <a:extLst>
              <a:ext uri="{FF2B5EF4-FFF2-40B4-BE49-F238E27FC236}">
                <a16:creationId xmlns:a16="http://schemas.microsoft.com/office/drawing/2014/main" id="{BB842E9B-0CE4-40CF-A4A3-697A5DBD6528}"/>
              </a:ext>
            </a:extLst>
          </p:cNvPr>
          <p:cNvSpPr>
            <a:spLocks noGrp="1"/>
          </p:cNvSpPr>
          <p:nvPr/>
        </p:nvSpPr>
        <p:spPr>
          <a:xfrm>
            <a:off x="723900" y="2667000"/>
            <a:ext cx="8382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950" b="0">
                <a:solidFill>
                  <a:srgbClr val="D7E3E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D7E3E5"/>
                </a:solidFill>
                <a:latin typeface="Arial"/>
                <a:ea typeface="Arial"/>
                <a:cs typeface="Arial"/>
              </a:rPr>
              <a:t>Кратко сформулируйте, что создано, чему научилась команда</a:t>
            </a:r>
          </a:p>
          <a:p>
            <a:pPr algn="l">
              <a:defRPr sz="1950" b="0">
                <a:solidFill>
                  <a:srgbClr val="D7E3E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D7E3E5"/>
                </a:solidFill>
                <a:latin typeface="Arial"/>
                <a:ea typeface="Arial"/>
                <a:cs typeface="Arial"/>
              </a:rPr>
              <a:t>и как будет развиваться проект</a:t>
            </a:r>
          </a:p>
        </p:txBody>
      </p:sp>
      <p:sp>
        <p:nvSpPr>
          <p:cNvPr id="4" name="final-box-0">
            <a:extLst>
              <a:ext uri="{FF2B5EF4-FFF2-40B4-BE49-F238E27FC236}">
                <a16:creationId xmlns:a16="http://schemas.microsoft.com/office/drawing/2014/main" id="{8B221D3B-8183-48ED-A268-DFAA0E77BFDF}"/>
              </a:ext>
            </a:extLst>
          </p:cNvPr>
          <p:cNvSpPr>
            <a:spLocks noGrp="1"/>
          </p:cNvSpPr>
          <p:nvPr/>
        </p:nvSpPr>
        <p:spPr>
          <a:xfrm>
            <a:off x="685800" y="3905250"/>
            <a:ext cx="3238500" cy="1924050"/>
          </a:xfrm>
          <a:prstGeom prst="roundRect">
            <a:avLst>
              <a:gd name="adj" fmla="val 8911"/>
            </a:avLst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5" name="final-accent-0">
            <a:extLst>
              <a:ext uri="{FF2B5EF4-FFF2-40B4-BE49-F238E27FC236}">
                <a16:creationId xmlns:a16="http://schemas.microsoft.com/office/drawing/2014/main" id="{9DCB288B-ECCE-43A6-9AF0-B5C90F666764}"/>
              </a:ext>
            </a:extLst>
          </p:cNvPr>
          <p:cNvSpPr>
            <a:spLocks noGrp="1"/>
          </p:cNvSpPr>
          <p:nvPr/>
        </p:nvSpPr>
        <p:spPr>
          <a:xfrm>
            <a:off x="685800" y="3905250"/>
            <a:ext cx="3238500" cy="114300"/>
          </a:xfrm>
          <a:prstGeom prst="roundRect">
            <a:avLst>
              <a:gd name="adj" fmla="val 50000"/>
            </a:avLst>
          </a:prstGeom>
          <a:solidFill>
            <a:srgbClr val="E9785B"/>
          </a:solidFill>
          <a:ln w="0">
            <a:noFill/>
            <a:prstDash val="solid"/>
          </a:ln>
        </p:spPr>
      </p:sp>
      <p:sp>
        <p:nvSpPr>
          <p:cNvPr id="6" name="final-box-title-0">
            <a:extLst>
              <a:ext uri="{FF2B5EF4-FFF2-40B4-BE49-F238E27FC236}">
                <a16:creationId xmlns:a16="http://schemas.microsoft.com/office/drawing/2014/main" id="{2A38FEC5-2497-4BF0-ACA8-892E3E968C07}"/>
              </a:ext>
            </a:extLst>
          </p:cNvPr>
          <p:cNvSpPr>
            <a:spLocks noGrp="1"/>
          </p:cNvSpPr>
          <p:nvPr/>
        </p:nvSpPr>
        <p:spPr>
          <a:xfrm>
            <a:off x="952500" y="4210050"/>
            <a:ext cx="27051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50" b="1">
                <a:solidFill>
                  <a:srgbClr val="20313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0313A"/>
                </a:solidFill>
                <a:latin typeface="Arial"/>
                <a:ea typeface="Arial"/>
                <a:cs typeface="Arial"/>
              </a:rPr>
              <a:t>Результат</a:t>
            </a:r>
          </a:p>
        </p:txBody>
      </p:sp>
      <p:sp>
        <p:nvSpPr>
          <p:cNvPr id="7" name="final-box-sub-0">
            <a:extLst>
              <a:ext uri="{FF2B5EF4-FFF2-40B4-BE49-F238E27FC236}">
                <a16:creationId xmlns:a16="http://schemas.microsoft.com/office/drawing/2014/main" id="{17B39DEA-1944-40F9-A268-8818C70C2267}"/>
              </a:ext>
            </a:extLst>
          </p:cNvPr>
          <p:cNvSpPr>
            <a:spLocks noGrp="1"/>
          </p:cNvSpPr>
          <p:nvPr/>
        </p:nvSpPr>
        <p:spPr>
          <a:xfrm>
            <a:off x="952500" y="4705350"/>
            <a:ext cx="2705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75" b="0">
                <a:solidFill>
                  <a:srgbClr val="64737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37B"/>
                </a:solidFill>
                <a:latin typeface="Arial"/>
                <a:ea typeface="Arial"/>
                <a:cs typeface="Arial"/>
              </a:rPr>
              <a:t>Что получилось</a:t>
            </a:r>
          </a:p>
        </p:txBody>
      </p:sp>
      <p:sp>
        <p:nvSpPr>
          <p:cNvPr id="8" name="final-line-0-1">
            <a:extLst>
              <a:ext uri="{FF2B5EF4-FFF2-40B4-BE49-F238E27FC236}">
                <a16:creationId xmlns:a16="http://schemas.microsoft.com/office/drawing/2014/main" id="{650C6123-4F7A-44AF-90D0-A00B2087020A}"/>
              </a:ext>
            </a:extLst>
          </p:cNvPr>
          <p:cNvSpPr>
            <a:spLocks noGrp="1"/>
          </p:cNvSpPr>
          <p:nvPr/>
        </p:nvSpPr>
        <p:spPr>
          <a:xfrm>
            <a:off x="952500" y="5314950"/>
            <a:ext cx="2705100" cy="9525"/>
          </a:xfrm>
          <a:prstGeom prst="line">
            <a:avLst/>
          </a:prstGeom>
          <a:noFill/>
          <a:ln w="19050">
            <a:solidFill>
              <a:srgbClr val="DCE4E4"/>
            </a:solidFill>
            <a:prstDash val="solid"/>
          </a:ln>
        </p:spPr>
      </p:sp>
      <p:sp>
        <p:nvSpPr>
          <p:cNvPr id="9" name="final-line-0-2">
            <a:extLst>
              <a:ext uri="{FF2B5EF4-FFF2-40B4-BE49-F238E27FC236}">
                <a16:creationId xmlns:a16="http://schemas.microsoft.com/office/drawing/2014/main" id="{E95FCC7D-E064-4914-9F6B-F4AD7AE0DE5B}"/>
              </a:ext>
            </a:extLst>
          </p:cNvPr>
          <p:cNvSpPr>
            <a:spLocks noGrp="1"/>
          </p:cNvSpPr>
          <p:nvPr/>
        </p:nvSpPr>
        <p:spPr>
          <a:xfrm>
            <a:off x="952500" y="5619750"/>
            <a:ext cx="2705100" cy="9525"/>
          </a:xfrm>
          <a:prstGeom prst="line">
            <a:avLst/>
          </a:prstGeom>
          <a:noFill/>
          <a:ln w="19050">
            <a:solidFill>
              <a:srgbClr val="DCE4E4"/>
            </a:solidFill>
            <a:prstDash val="solid"/>
          </a:ln>
        </p:spPr>
      </p:sp>
      <p:sp>
        <p:nvSpPr>
          <p:cNvPr id="10" name="final-box-1">
            <a:extLst>
              <a:ext uri="{FF2B5EF4-FFF2-40B4-BE49-F238E27FC236}">
                <a16:creationId xmlns:a16="http://schemas.microsoft.com/office/drawing/2014/main" id="{F944A951-1895-4397-88D9-9C1962C7AE3B}"/>
              </a:ext>
            </a:extLst>
          </p:cNvPr>
          <p:cNvSpPr>
            <a:spLocks noGrp="1"/>
          </p:cNvSpPr>
          <p:nvPr/>
        </p:nvSpPr>
        <p:spPr>
          <a:xfrm>
            <a:off x="4400550" y="3905250"/>
            <a:ext cx="3238500" cy="1924050"/>
          </a:xfrm>
          <a:prstGeom prst="roundRect">
            <a:avLst>
              <a:gd name="adj" fmla="val 8911"/>
            </a:avLst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11" name="final-accent-1">
            <a:extLst>
              <a:ext uri="{FF2B5EF4-FFF2-40B4-BE49-F238E27FC236}">
                <a16:creationId xmlns:a16="http://schemas.microsoft.com/office/drawing/2014/main" id="{B734DA11-F228-4A6A-ABF0-336F573AA9CF}"/>
              </a:ext>
            </a:extLst>
          </p:cNvPr>
          <p:cNvSpPr>
            <a:spLocks noGrp="1"/>
          </p:cNvSpPr>
          <p:nvPr/>
        </p:nvSpPr>
        <p:spPr>
          <a:xfrm>
            <a:off x="4400550" y="3905250"/>
            <a:ext cx="3238500" cy="114300"/>
          </a:xfrm>
          <a:prstGeom prst="roundRect">
            <a:avLst>
              <a:gd name="adj" fmla="val 50000"/>
            </a:avLst>
          </a:prstGeom>
          <a:solidFill>
            <a:srgbClr val="E8B04A"/>
          </a:solidFill>
          <a:ln w="0">
            <a:noFill/>
            <a:prstDash val="solid"/>
          </a:ln>
        </p:spPr>
      </p:sp>
      <p:sp>
        <p:nvSpPr>
          <p:cNvPr id="12" name="final-box-title-1">
            <a:extLst>
              <a:ext uri="{FF2B5EF4-FFF2-40B4-BE49-F238E27FC236}">
                <a16:creationId xmlns:a16="http://schemas.microsoft.com/office/drawing/2014/main" id="{E62E9F14-7BFA-449C-8844-C8A288D8010A}"/>
              </a:ext>
            </a:extLst>
          </p:cNvPr>
          <p:cNvSpPr>
            <a:spLocks noGrp="1"/>
          </p:cNvSpPr>
          <p:nvPr/>
        </p:nvSpPr>
        <p:spPr>
          <a:xfrm>
            <a:off x="4667250" y="4210050"/>
            <a:ext cx="27051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50" b="1">
                <a:solidFill>
                  <a:srgbClr val="20313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0313A"/>
                </a:solidFill>
                <a:latin typeface="Arial"/>
                <a:ea typeface="Arial"/>
                <a:cs typeface="Arial"/>
              </a:rPr>
              <a:t>Вывод</a:t>
            </a:r>
          </a:p>
        </p:txBody>
      </p:sp>
      <p:sp>
        <p:nvSpPr>
          <p:cNvPr id="13" name="final-box-sub-1">
            <a:extLst>
              <a:ext uri="{FF2B5EF4-FFF2-40B4-BE49-F238E27FC236}">
                <a16:creationId xmlns:a16="http://schemas.microsoft.com/office/drawing/2014/main" id="{4CBDD2E0-2558-43B8-833F-4357EA094251}"/>
              </a:ext>
            </a:extLst>
          </p:cNvPr>
          <p:cNvSpPr>
            <a:spLocks noGrp="1"/>
          </p:cNvSpPr>
          <p:nvPr/>
        </p:nvSpPr>
        <p:spPr>
          <a:xfrm>
            <a:off x="4667250" y="4705350"/>
            <a:ext cx="2705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75" b="0">
                <a:solidFill>
                  <a:srgbClr val="64737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37B"/>
                </a:solidFill>
                <a:latin typeface="Arial"/>
                <a:ea typeface="Arial"/>
                <a:cs typeface="Arial"/>
              </a:rPr>
              <a:t>Что узнали</a:t>
            </a:r>
          </a:p>
        </p:txBody>
      </p:sp>
      <p:sp>
        <p:nvSpPr>
          <p:cNvPr id="14" name="final-line-1-1">
            <a:extLst>
              <a:ext uri="{FF2B5EF4-FFF2-40B4-BE49-F238E27FC236}">
                <a16:creationId xmlns:a16="http://schemas.microsoft.com/office/drawing/2014/main" id="{9DB54225-106D-45D7-BCD5-4A1ABB82E94E}"/>
              </a:ext>
            </a:extLst>
          </p:cNvPr>
          <p:cNvSpPr>
            <a:spLocks noGrp="1"/>
          </p:cNvSpPr>
          <p:nvPr/>
        </p:nvSpPr>
        <p:spPr>
          <a:xfrm>
            <a:off x="4667250" y="5314950"/>
            <a:ext cx="2705100" cy="9525"/>
          </a:xfrm>
          <a:prstGeom prst="line">
            <a:avLst/>
          </a:prstGeom>
          <a:noFill/>
          <a:ln w="19050">
            <a:solidFill>
              <a:srgbClr val="DCE4E4"/>
            </a:solidFill>
            <a:prstDash val="solid"/>
          </a:ln>
        </p:spPr>
      </p:sp>
      <p:sp>
        <p:nvSpPr>
          <p:cNvPr id="15" name="final-line-1-2">
            <a:extLst>
              <a:ext uri="{FF2B5EF4-FFF2-40B4-BE49-F238E27FC236}">
                <a16:creationId xmlns:a16="http://schemas.microsoft.com/office/drawing/2014/main" id="{1537519B-DD01-4A49-9FE3-4390BF6DEBA0}"/>
              </a:ext>
            </a:extLst>
          </p:cNvPr>
          <p:cNvSpPr>
            <a:spLocks noGrp="1"/>
          </p:cNvSpPr>
          <p:nvPr/>
        </p:nvSpPr>
        <p:spPr>
          <a:xfrm>
            <a:off x="4667250" y="5619750"/>
            <a:ext cx="2705100" cy="9525"/>
          </a:xfrm>
          <a:prstGeom prst="line">
            <a:avLst/>
          </a:prstGeom>
          <a:noFill/>
          <a:ln w="19050">
            <a:solidFill>
              <a:srgbClr val="DCE4E4"/>
            </a:solidFill>
            <a:prstDash val="solid"/>
          </a:ln>
        </p:spPr>
      </p:sp>
      <p:sp>
        <p:nvSpPr>
          <p:cNvPr id="16" name="final-box-2">
            <a:extLst>
              <a:ext uri="{FF2B5EF4-FFF2-40B4-BE49-F238E27FC236}">
                <a16:creationId xmlns:a16="http://schemas.microsoft.com/office/drawing/2014/main" id="{4DDD1F99-D0F9-4DE9-95B3-CFA46805B944}"/>
              </a:ext>
            </a:extLst>
          </p:cNvPr>
          <p:cNvSpPr>
            <a:spLocks noGrp="1"/>
          </p:cNvSpPr>
          <p:nvPr/>
        </p:nvSpPr>
        <p:spPr>
          <a:xfrm>
            <a:off x="8115300" y="3905250"/>
            <a:ext cx="3238500" cy="1924050"/>
          </a:xfrm>
          <a:prstGeom prst="roundRect">
            <a:avLst>
              <a:gd name="adj" fmla="val 8911"/>
            </a:avLst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17" name="final-accent-2">
            <a:extLst>
              <a:ext uri="{FF2B5EF4-FFF2-40B4-BE49-F238E27FC236}">
                <a16:creationId xmlns:a16="http://schemas.microsoft.com/office/drawing/2014/main" id="{EA824FFF-47C7-42A8-BF26-6EFE640DBC39}"/>
              </a:ext>
            </a:extLst>
          </p:cNvPr>
          <p:cNvSpPr>
            <a:spLocks noGrp="1"/>
          </p:cNvSpPr>
          <p:nvPr/>
        </p:nvSpPr>
        <p:spPr>
          <a:xfrm>
            <a:off x="8115300" y="3905250"/>
            <a:ext cx="3238500" cy="114300"/>
          </a:xfrm>
          <a:prstGeom prst="roundRect">
            <a:avLst>
              <a:gd name="adj" fmla="val 50000"/>
            </a:avLst>
          </a:prstGeom>
          <a:solidFill>
            <a:srgbClr val="6FAE80"/>
          </a:solidFill>
          <a:ln w="0">
            <a:noFill/>
            <a:prstDash val="solid"/>
          </a:ln>
        </p:spPr>
      </p:sp>
      <p:sp>
        <p:nvSpPr>
          <p:cNvPr id="18" name="final-box-title-2">
            <a:extLst>
              <a:ext uri="{FF2B5EF4-FFF2-40B4-BE49-F238E27FC236}">
                <a16:creationId xmlns:a16="http://schemas.microsoft.com/office/drawing/2014/main" id="{01E662DA-62C2-4019-B0A7-4BA232EC16E5}"/>
              </a:ext>
            </a:extLst>
          </p:cNvPr>
          <p:cNvSpPr>
            <a:spLocks noGrp="1"/>
          </p:cNvSpPr>
          <p:nvPr/>
        </p:nvSpPr>
        <p:spPr>
          <a:xfrm>
            <a:off x="8382000" y="4210050"/>
            <a:ext cx="27051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50" b="1">
                <a:solidFill>
                  <a:srgbClr val="20313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0313A"/>
                </a:solidFill>
                <a:latin typeface="Arial"/>
                <a:ea typeface="Arial"/>
                <a:cs typeface="Arial"/>
              </a:rPr>
              <a:t>Следующий шаг</a:t>
            </a:r>
          </a:p>
        </p:txBody>
      </p:sp>
      <p:sp>
        <p:nvSpPr>
          <p:cNvPr id="19" name="final-box-sub-2">
            <a:extLst>
              <a:ext uri="{FF2B5EF4-FFF2-40B4-BE49-F238E27FC236}">
                <a16:creationId xmlns:a16="http://schemas.microsoft.com/office/drawing/2014/main" id="{44CFB75F-8CE2-4EEC-A695-99E3630F849E}"/>
              </a:ext>
            </a:extLst>
          </p:cNvPr>
          <p:cNvSpPr>
            <a:spLocks noGrp="1"/>
          </p:cNvSpPr>
          <p:nvPr/>
        </p:nvSpPr>
        <p:spPr>
          <a:xfrm>
            <a:off x="8382000" y="4705350"/>
            <a:ext cx="2705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75" b="0">
                <a:solidFill>
                  <a:srgbClr val="64737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37B"/>
                </a:solidFill>
                <a:latin typeface="Arial"/>
                <a:ea typeface="Arial"/>
                <a:cs typeface="Arial"/>
              </a:rPr>
              <a:t>Что делаем дальше</a:t>
            </a:r>
          </a:p>
        </p:txBody>
      </p:sp>
      <p:sp>
        <p:nvSpPr>
          <p:cNvPr id="20" name="final-line-2-1">
            <a:extLst>
              <a:ext uri="{FF2B5EF4-FFF2-40B4-BE49-F238E27FC236}">
                <a16:creationId xmlns:a16="http://schemas.microsoft.com/office/drawing/2014/main" id="{793A068A-1CC2-4BE9-B6ED-9DCED24EE9F9}"/>
              </a:ext>
            </a:extLst>
          </p:cNvPr>
          <p:cNvSpPr>
            <a:spLocks noGrp="1"/>
          </p:cNvSpPr>
          <p:nvPr/>
        </p:nvSpPr>
        <p:spPr>
          <a:xfrm>
            <a:off x="8382000" y="5314950"/>
            <a:ext cx="2705100" cy="9525"/>
          </a:xfrm>
          <a:prstGeom prst="line">
            <a:avLst/>
          </a:prstGeom>
          <a:noFill/>
          <a:ln w="19050">
            <a:solidFill>
              <a:srgbClr val="DCE4E4"/>
            </a:solidFill>
            <a:prstDash val="solid"/>
          </a:ln>
        </p:spPr>
      </p:sp>
      <p:sp>
        <p:nvSpPr>
          <p:cNvPr id="21" name="final-line-2-2">
            <a:extLst>
              <a:ext uri="{FF2B5EF4-FFF2-40B4-BE49-F238E27FC236}">
                <a16:creationId xmlns:a16="http://schemas.microsoft.com/office/drawing/2014/main" id="{2F656175-6FD1-4F50-88E7-E7A630E77022}"/>
              </a:ext>
            </a:extLst>
          </p:cNvPr>
          <p:cNvSpPr>
            <a:spLocks noGrp="1"/>
          </p:cNvSpPr>
          <p:nvPr/>
        </p:nvSpPr>
        <p:spPr>
          <a:xfrm>
            <a:off x="8382000" y="5619750"/>
            <a:ext cx="2705100" cy="9525"/>
          </a:xfrm>
          <a:prstGeom prst="line">
            <a:avLst/>
          </a:prstGeom>
          <a:noFill/>
          <a:ln w="19050">
            <a:solidFill>
              <a:srgbClr val="DCE4E4"/>
            </a:solidFill>
            <a:prstDash val="solid"/>
          </a:ln>
        </p:spPr>
      </p:sp>
      <p:sp>
        <p:nvSpPr>
          <p:cNvPr id="22" name="final-footer-label">
            <a:extLst>
              <a:ext uri="{FF2B5EF4-FFF2-40B4-BE49-F238E27FC236}">
                <a16:creationId xmlns:a16="http://schemas.microsoft.com/office/drawing/2014/main" id="{3405935B-F025-41BA-A99E-BDE9B99F8B88}"/>
              </a:ext>
            </a:extLst>
          </p:cNvPr>
          <p:cNvSpPr>
            <a:spLocks noGrp="1"/>
          </p:cNvSpPr>
          <p:nvPr/>
        </p:nvSpPr>
        <p:spPr>
          <a:xfrm>
            <a:off x="704850" y="632460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275" b="1">
                <a:solidFill>
                  <a:srgbClr val="AFC2C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AFC2C6"/>
                </a:solidFill>
                <a:latin typeface="Arial"/>
                <a:ea typeface="Arial"/>
                <a:cs typeface="Arial"/>
              </a:rPr>
              <a:t>ДОРОЖНАЯ КАРТА ПРОЕКТА</a:t>
            </a:r>
          </a:p>
        </p:txBody>
      </p:sp>
      <p:sp>
        <p:nvSpPr>
          <p:cNvPr id="23" name="final-page">
            <a:extLst>
              <a:ext uri="{FF2B5EF4-FFF2-40B4-BE49-F238E27FC236}">
                <a16:creationId xmlns:a16="http://schemas.microsoft.com/office/drawing/2014/main" id="{67690FAA-4600-47FA-991F-63730C81A395}"/>
              </a:ext>
            </a:extLst>
          </p:cNvPr>
          <p:cNvSpPr>
            <a:spLocks noGrp="1"/>
          </p:cNvSpPr>
          <p:nvPr/>
        </p:nvSpPr>
        <p:spPr>
          <a:xfrm>
            <a:off x="10934700" y="632460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defRPr sz="1350" b="1">
                <a:solidFill>
                  <a:srgbClr val="AFC2C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AFC2C6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634535747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411</Words>
  <Application>Microsoft Office PowerPoint</Application>
  <DocSecurity>0</DocSecurity>
  <PresentationFormat>Широкоэкранный</PresentationFormat>
  <Paragraphs>182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3" baseType="lpstr">
      <vt:lpstr>Arial</vt:lpstr>
      <vt:lpstr>Calibri</vt:lpstr>
      <vt:lpstr>ChatGPT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Дорожная карта проекта - шаблон презентации с сайта presentation-creation.ru</dc:title>
  <dc:creator>User Obstinate</dc:creator>
  <cp:lastModifiedBy>User Obstinate</cp:lastModifiedBy>
  <cp:revision>3</cp:revision>
  <dcterms:created xsi:type="dcterms:W3CDTF">2026-09-02T08:51:40Z</dcterms:created>
  <dcterms:modified xsi:type="dcterms:W3CDTF">2026-09-16T11:53:56Z</dcterms:modified>
</cp:coreProperties>
</file>