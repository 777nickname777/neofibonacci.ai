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5F784D-B5F1-4185-B7D9-AD4ACBE4125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143DEB-9FB7-4DF9-B27B-6FC41C6147C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0B530D-016F-4C46-A57D-9D918EBABE30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FC0B19-BD74-4756-B265-C4AF1EFAB08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C45DC5-8BCA-4831-81CE-45206561D6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DDC89F-2118-445D-AB4E-4D2DCB6009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37D2FB-44E3-453E-AA80-62E79FB9A3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025734-52B2-4AEC-BF45-AFFECED1E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0B69C0-2240-41B4-9709-A007E084BD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912D69-A112-4C31-955E-0981A27138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C781B7-46AD-4A09-98E8-35B8DE490F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532CA0-9EDF-4741-A1B5-7AD217804E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967B81-237B-4EDC-A2A9-9CFDC23DA9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3B5D08-0E17-48C9-B6E9-3167F02D57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6DD0F2-65D1-4394-AFDE-B17CDB6A31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C8CC8C-A16F-4BCF-9713-BA763141C1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4D30DE-1C3E-4D7E-BEFF-B356C1E5393A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6600" b="1" i="0">
                <a:solidFill>
                  <a:srgbClr val="FFFA00"/>
                </a:solidFill>
                <a:latin typeface="Arial Black"/>
              </a:rPr>
              <a:t>План подготовки к экзаменам за неделю</a:t>
            </a:r>
            <a:endParaRPr b="1" lang="en-US" sz="6600" spc="-1" strike="noStrike" i="0">
              <a:latin typeface="Arial Black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Оценка текущего уровня знаний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Проведите самотестирование 1-го дня, чтобы определить слабые и сильные стороны.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Распределение времени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Спланируйте расписание занятий на 2-3 дня, выделите часы на каждую предмет.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Собирание материалов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Соберите учебники, конспекты и дополнительные ресурсы к 2-му дню.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План подготовки к экзаменам за неделю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640" y="987840"/>
            <a:ext cx="3687120" cy="3496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66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Оценка знаний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Проведите тест по ключевым предметам, чтобы выявить пробелы.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69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Разработка плана занятий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Создайте подробный график с ежедневными задачами и темами.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2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Установка целей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Определите конкретные цели для каждого дня подготовки.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Первый день — анализ и планирование</a:t>
            </a:r>
            <a:endParaRPr b="1" lang="en-US" sz="2400" spc="-1" strike="noStrike" i="0"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9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Повторение сложных тем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Пересмотрите темы, вызвавшие трудности, с помощью конспектов и видеоуроков.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Практические задания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Выполните тесты и упражнения для закрепления знаний.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Обратная связь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Проверьте ответы и скорректируйте ошибки.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Второй день — повторение и закрепление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88" name="Picture 8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" y="1028880"/>
            <a:ext cx="3002040" cy="35636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Использование карточек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Создайте карточки со словами и формулами для быстрого запоминания.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Обучение через объяснение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Объясняйте изученные темы вслух самому себе или другому.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Мнемонические техники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Используйте ассоциации для запоминания сложных данных.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Третий день — активное повторение</a:t>
            </a:r>
            <a:endParaRPr b="1" lang="en-US" sz="2400" spc="-1" strike="noStrike" i="0"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Практический тест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Проходите полный пробный экзамен по расписанию.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Анализ ошибок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Разберите допущенные ошибки и повторите трудные темы.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Тайм-менеджмент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Отработайте умение распределять время на выполнение заданий.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Четвертый день — моделирование экзамена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12" name="Picture 1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" y="987840"/>
            <a:ext cx="3687120" cy="3496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Прямоугольник: скругленные углы 20"/>
          <p:cNvSpPr/>
          <p:nvPr/>
        </p:nvSpPr>
        <p:spPr>
          <a:xfrm>
            <a:off x="4748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4" name="TextBox 10"/>
          <p:cNvSpPr/>
          <p:nvPr/>
        </p:nvSpPr>
        <p:spPr>
          <a:xfrm>
            <a:off x="59292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Повторение ключевых моментов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59292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Пересмотрите важные формулы и определения.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6" name="Прямоугольник: скругленные углы 29"/>
          <p:cNvSpPr/>
          <p:nvPr/>
        </p:nvSpPr>
        <p:spPr>
          <a:xfrm>
            <a:off x="330912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7" name="TextBox 10"/>
          <p:cNvSpPr/>
          <p:nvPr/>
        </p:nvSpPr>
        <p:spPr>
          <a:xfrm>
            <a:off x="342684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Легкий повтор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42684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Сделайте короткие повторяющие упражнения и повторные тесты.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9" name="Прямоугольник: скругленные углы 36"/>
          <p:cNvSpPr/>
          <p:nvPr/>
        </p:nvSpPr>
        <p:spPr>
          <a:xfrm>
            <a:off x="61430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0" name="TextBox 10"/>
          <p:cNvSpPr/>
          <p:nvPr/>
        </p:nvSpPr>
        <p:spPr>
          <a:xfrm>
            <a:off x="626076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Восстановление энергии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26076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Проведите время на свежем воздухе или займитесь спортом.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349200"/>
            <a:ext cx="8457480" cy="10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Пятый день — закрепление и отдых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24" name="Picture 1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5480"/>
            <a:ext cx="9142920" cy="24944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Прямоугольник: скругленные углы 16"/>
          <p:cNvSpPr/>
          <p:nvPr/>
        </p:nvSpPr>
        <p:spPr>
          <a:xfrm>
            <a:off x="329400" y="250200"/>
            <a:ext cx="4424400" cy="462456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6" name="TextBox 10"/>
          <p:cNvSpPr/>
          <p:nvPr/>
        </p:nvSpPr>
        <p:spPr>
          <a:xfrm>
            <a:off x="581760" y="82872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Обзор всех тем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81760" y="1364400"/>
            <a:ext cx="390132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Пересмотрите все конспекты и карточки.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215460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Моделирование экзамена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2687040"/>
            <a:ext cx="390132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Сделайте еще один полный пробный тест.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578160" y="348228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Настройка на успех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578160" y="4015080"/>
            <a:ext cx="390132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Визуализируйте успешное сдачу экзамена и сохраняйте спокойствие.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93200" y="300600"/>
            <a:ext cx="4078080" cy="8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300" b="1" i="0">
                <a:solidFill>
                  <a:srgbClr val="142111"/>
                </a:solidFill>
                <a:latin typeface="Arial Black"/>
              </a:rPr>
              <a:t>Шестой день — финальная подготовка</a:t>
            </a:r>
            <a:endParaRPr b="1" lang="en-US" sz="2300" spc="-1" strike="noStrike" i="0">
              <a:latin typeface="Arial Black"/>
            </a:endParaRPr>
          </a:p>
        </p:txBody>
      </p:sp>
      <p:pic>
        <p:nvPicPr>
          <p:cNvPr id="134" name="Picture 1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080" y="250200"/>
            <a:ext cx="3819960" cy="46245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3"/>
          <p:cNvSpPr/>
          <p:nvPr/>
        </p:nvSpPr>
        <p:spPr>
          <a:xfrm>
            <a:off x="47916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5" name="Shape 3"/>
          <p:cNvSpPr/>
          <p:nvPr/>
        </p:nvSpPr>
        <p:spPr>
          <a:xfrm>
            <a:off x="344088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6" name="Shape 3"/>
          <p:cNvSpPr/>
          <p:nvPr/>
        </p:nvSpPr>
        <p:spPr>
          <a:xfrm>
            <a:off x="640296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7" name="TextBox 11"/>
          <p:cNvSpPr/>
          <p:nvPr/>
        </p:nvSpPr>
        <p:spPr>
          <a:xfrm>
            <a:off x="47916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344088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40296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858960" y="2571840"/>
            <a:ext cx="23544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Организация места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58960" y="3356280"/>
            <a:ext cx="235440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Подготовьте все необходимое: документы, ручки, паспорт.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821040" y="2571840"/>
            <a:ext cx="23544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Питание и сон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821040" y="3356280"/>
            <a:ext cx="235440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Обеспечьте полноценный отдых и сбалансированное питание.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6782760" y="2571840"/>
            <a:ext cx="2293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Последние проверки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782760" y="3356280"/>
            <a:ext cx="22935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Время для легкого повторения и устранения последних сомнений.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28600" y="2057400"/>
            <a:ext cx="8686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Седьмой день — подготовка к дню экзамена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49" name="Picture 14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8800"/>
            <a:ext cx="9142920" cy="23274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50" name="Прямоугольник 5"/>
          <p:cNvSpPr/>
          <p:nvPr/>
        </p:nvSpPr>
        <p:spPr>
          <a:xfrm>
            <a:off x="1640880" y="448992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1" name="Изображение 40"/>
          <p:cNvSpPr/>
          <p:nvPr/>
        </p:nvSpPr>
        <p:spPr>
          <a:xfrm>
            <a:off x="867240" y="3488040"/>
            <a:ext cx="256320" cy="25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pic>
        <p:nvPicPr>
          <p:cNvPr id="152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8800" cy="1132920"/>
          </a:xfrm>
          <a:prstGeom prst="rect">
            <a:avLst/>
          </a:prstGeom>
          <a:ln w="0">
            <a:noFill/>
          </a:ln>
        </p:spPr>
      </p:pic>
      <p:sp>
        <p:nvSpPr>
          <p:cNvPr id="153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6600" b="1" i="0">
                <a:solidFill>
                  <a:srgbClr val="FFFA00"/>
                </a:solidFill>
                <a:latin typeface="Arial Black"/>
              </a:rPr>
              <a:t>Спасибо за внимание!</a:t>
            </a:r>
            <a:endParaRPr b="1" lang="en-US" sz="6600" spc="-1" strike="noStrike" i="0">
              <a:latin typeface="Arial Black"/>
            </a:endParaRPr>
          </a:p>
        </p:txBody>
      </p:sp>
      <p:pic>
        <p:nvPicPr>
          <p:cNvPr id="154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2304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2025-09-17T11:46:22Z</dcterms:modified>
  <cp:revision>58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